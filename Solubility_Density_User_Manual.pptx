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9"/>
  </p:notesMasterIdLst>
  <p:sldIdLst>
    <p:sldId id="262" r:id="rId2"/>
    <p:sldId id="269" r:id="rId3"/>
    <p:sldId id="273" r:id="rId4"/>
    <p:sldId id="274" r:id="rId5"/>
    <p:sldId id="275" r:id="rId6"/>
    <p:sldId id="276" r:id="rId7"/>
    <p:sldId id="277" r:id="rId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5C2058E-8A59-0E42-BFB4-99F7CBB0696B}">
          <p14:sldIdLst>
            <p14:sldId id="262"/>
            <p14:sldId id="269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D2"/>
    <a:srgbClr val="53565A"/>
    <a:srgbClr val="4298B5"/>
    <a:srgbClr val="FEC51D"/>
    <a:srgbClr val="007C92"/>
    <a:srgbClr val="204C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F1114-4F0C-9C4D-96E5-A5536277D1D9}" v="136" dt="2026-05-28T19:48:33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33"/>
    <p:restoredTop sz="88258"/>
  </p:normalViewPr>
  <p:slideViewPr>
    <p:cSldViewPr snapToGrid="0">
      <p:cViewPr varScale="1">
        <p:scale>
          <a:sx n="82" d="100"/>
          <a:sy n="82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risa Nuntaprayoon" userId="16a61c9b-ac90-409b-8a1a-ed35662834f9" providerId="ADAL" clId="{4DECC3DA-572C-57BE-9B79-03620393FF1A}"/>
    <pc:docChg chg="undo custSel addSld delSld modSld delSection modSection">
      <pc:chgData name="Warisa Nuntaprayoon" userId="16a61c9b-ac90-409b-8a1a-ed35662834f9" providerId="ADAL" clId="{4DECC3DA-572C-57BE-9B79-03620393FF1A}" dt="2026-05-29T18:15:14.343" v="2666" actId="20577"/>
      <pc:docMkLst>
        <pc:docMk/>
      </pc:docMkLst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1486254801" sldId="257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2348208687" sldId="258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2530261892" sldId="259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3522417049" sldId="260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202657947" sldId="261"/>
        </pc:sldMkLst>
      </pc:sldChg>
      <pc:sldChg chg="modSp mod">
        <pc:chgData name="Warisa Nuntaprayoon" userId="16a61c9b-ac90-409b-8a1a-ed35662834f9" providerId="ADAL" clId="{4DECC3DA-572C-57BE-9B79-03620393FF1A}" dt="2026-05-28T19:24:00.992" v="2241" actId="404"/>
        <pc:sldMkLst>
          <pc:docMk/>
          <pc:sldMk cId="894177659" sldId="262"/>
        </pc:sldMkLst>
        <pc:spChg chg="mod">
          <ac:chgData name="Warisa Nuntaprayoon" userId="16a61c9b-ac90-409b-8a1a-ed35662834f9" providerId="ADAL" clId="{4DECC3DA-572C-57BE-9B79-03620393FF1A}" dt="2026-05-28T19:24:00.992" v="2241" actId="404"/>
          <ac:spMkLst>
            <pc:docMk/>
            <pc:sldMk cId="894177659" sldId="262"/>
            <ac:spMk id="2" creationId="{7686C4DE-CB36-9D89-68BF-FF70681B6869}"/>
          </ac:spMkLst>
        </pc:spChg>
        <pc:spChg chg="mod">
          <ac:chgData name="Warisa Nuntaprayoon" userId="16a61c9b-ac90-409b-8a1a-ed35662834f9" providerId="ADAL" clId="{4DECC3DA-572C-57BE-9B79-03620393FF1A}" dt="2026-05-28T06:51:32.869" v="66" actId="20577"/>
          <ac:spMkLst>
            <pc:docMk/>
            <pc:sldMk cId="894177659" sldId="262"/>
            <ac:spMk id="3" creationId="{4FDE9DDB-3BC3-44C9-C321-84521D3B345A}"/>
          </ac:spMkLst>
        </pc:spChg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524210623" sldId="263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920884549" sldId="264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1539694778" sldId="265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584653505" sldId="266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2961259116" sldId="267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71356407" sldId="268"/>
        </pc:sldMkLst>
      </pc:sldChg>
      <pc:sldChg chg="modSp add del mod modShow">
        <pc:chgData name="Warisa Nuntaprayoon" userId="16a61c9b-ac90-409b-8a1a-ed35662834f9" providerId="ADAL" clId="{4DECC3DA-572C-57BE-9B79-03620393FF1A}" dt="2026-05-29T18:15:14.343" v="2666" actId="20577"/>
        <pc:sldMkLst>
          <pc:docMk/>
          <pc:sldMk cId="4256103060" sldId="269"/>
        </pc:sldMkLst>
        <pc:spChg chg="mod">
          <ac:chgData name="Warisa Nuntaprayoon" userId="16a61c9b-ac90-409b-8a1a-ed35662834f9" providerId="ADAL" clId="{4DECC3DA-572C-57BE-9B79-03620393FF1A}" dt="2026-05-28T17:20:11.902" v="1979" actId="20577"/>
          <ac:spMkLst>
            <pc:docMk/>
            <pc:sldMk cId="4256103060" sldId="269"/>
            <ac:spMk id="5" creationId="{BA960BFA-6267-AA87-A66F-23DEB4474EBE}"/>
          </ac:spMkLst>
        </pc:spChg>
        <pc:spChg chg="mod">
          <ac:chgData name="Warisa Nuntaprayoon" userId="16a61c9b-ac90-409b-8a1a-ed35662834f9" providerId="ADAL" clId="{4DECC3DA-572C-57BE-9B79-03620393FF1A}" dt="2026-05-28T19:24:58.284" v="2279" actId="20577"/>
          <ac:spMkLst>
            <pc:docMk/>
            <pc:sldMk cId="4256103060" sldId="269"/>
            <ac:spMk id="6" creationId="{74F779A5-7C1A-094D-56FC-9D19E1494C17}"/>
          </ac:spMkLst>
        </pc:spChg>
        <pc:spChg chg="mod">
          <ac:chgData name="Warisa Nuntaprayoon" userId="16a61c9b-ac90-409b-8a1a-ed35662834f9" providerId="ADAL" clId="{4DECC3DA-572C-57BE-9B79-03620393FF1A}" dt="2026-05-28T19:25:15.188" v="2317" actId="20577"/>
          <ac:spMkLst>
            <pc:docMk/>
            <pc:sldMk cId="4256103060" sldId="269"/>
            <ac:spMk id="7" creationId="{99F18888-700B-198E-1BEB-01C5BDC6C075}"/>
          </ac:spMkLst>
        </pc:spChg>
        <pc:spChg chg="mod">
          <ac:chgData name="Warisa Nuntaprayoon" userId="16a61c9b-ac90-409b-8a1a-ed35662834f9" providerId="ADAL" clId="{4DECC3DA-572C-57BE-9B79-03620393FF1A}" dt="2026-05-29T18:15:14.343" v="2666" actId="20577"/>
          <ac:spMkLst>
            <pc:docMk/>
            <pc:sldMk cId="4256103060" sldId="269"/>
            <ac:spMk id="8" creationId="{388A07A0-CC25-1790-FC71-0F4B40AA59E5}"/>
          </ac:spMkLst>
        </pc:spChg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3754239372" sldId="270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881256667" sldId="271"/>
        </pc:sldMkLst>
      </pc:sldChg>
      <pc:sldChg chg="del">
        <pc:chgData name="Warisa Nuntaprayoon" userId="16a61c9b-ac90-409b-8a1a-ed35662834f9" providerId="ADAL" clId="{4DECC3DA-572C-57BE-9B79-03620393FF1A}" dt="2026-05-28T17:17:58.147" v="1949" actId="2696"/>
        <pc:sldMkLst>
          <pc:docMk/>
          <pc:sldMk cId="2216852625" sldId="272"/>
        </pc:sldMkLst>
      </pc:sldChg>
      <pc:sldChg chg="addSp delSp modSp mod modClrScheme chgLayout">
        <pc:chgData name="Warisa Nuntaprayoon" userId="16a61c9b-ac90-409b-8a1a-ed35662834f9" providerId="ADAL" clId="{4DECC3DA-572C-57BE-9B79-03620393FF1A}" dt="2026-05-28T19:26:09.461" v="2378" actId="20577"/>
        <pc:sldMkLst>
          <pc:docMk/>
          <pc:sldMk cId="476743360" sldId="273"/>
        </pc:sldMkLst>
        <pc:spChg chg="mod ord">
          <ac:chgData name="Warisa Nuntaprayoon" userId="16a61c9b-ac90-409b-8a1a-ed35662834f9" providerId="ADAL" clId="{4DECC3DA-572C-57BE-9B79-03620393FF1A}" dt="2026-05-28T07:00:04.771" v="254" actId="700"/>
          <ac:spMkLst>
            <pc:docMk/>
            <pc:sldMk cId="476743360" sldId="273"/>
            <ac:spMk id="2" creationId="{DFF333ED-51C3-D567-7A37-40956085AF09}"/>
          </ac:spMkLst>
        </pc:spChg>
        <pc:spChg chg="mod ord">
          <ac:chgData name="Warisa Nuntaprayoon" userId="16a61c9b-ac90-409b-8a1a-ed35662834f9" providerId="ADAL" clId="{4DECC3DA-572C-57BE-9B79-03620393FF1A}" dt="2026-05-28T07:00:04.771" v="254" actId="700"/>
          <ac:spMkLst>
            <pc:docMk/>
            <pc:sldMk cId="476743360" sldId="273"/>
            <ac:spMk id="3" creationId="{64FBA35C-831B-EC88-6E22-C9C4AB70C98D}"/>
          </ac:spMkLst>
        </pc:spChg>
        <pc:spChg chg="mod ord">
          <ac:chgData name="Warisa Nuntaprayoon" userId="16a61c9b-ac90-409b-8a1a-ed35662834f9" providerId="ADAL" clId="{4DECC3DA-572C-57BE-9B79-03620393FF1A}" dt="2026-05-28T19:26:09.461" v="2378" actId="20577"/>
          <ac:spMkLst>
            <pc:docMk/>
            <pc:sldMk cId="476743360" sldId="273"/>
            <ac:spMk id="4" creationId="{6AADAE67-4D3F-D39F-0B52-2963C67A1DD7}"/>
          </ac:spMkLst>
        </pc:spChg>
        <pc:spChg chg="add del mod ord">
          <ac:chgData name="Warisa Nuntaprayoon" userId="16a61c9b-ac90-409b-8a1a-ed35662834f9" providerId="ADAL" clId="{4DECC3DA-572C-57BE-9B79-03620393FF1A}" dt="2026-05-28T06:57:37.902" v="242" actId="700"/>
          <ac:spMkLst>
            <pc:docMk/>
            <pc:sldMk cId="476743360" sldId="273"/>
            <ac:spMk id="5" creationId="{B485BEFE-5622-619C-6BFC-16CA95748B94}"/>
          </ac:spMkLst>
        </pc:spChg>
        <pc:spChg chg="add del mod ord">
          <ac:chgData name="Warisa Nuntaprayoon" userId="16a61c9b-ac90-409b-8a1a-ed35662834f9" providerId="ADAL" clId="{4DECC3DA-572C-57BE-9B79-03620393FF1A}" dt="2026-05-28T06:57:42.083" v="243" actId="700"/>
          <ac:spMkLst>
            <pc:docMk/>
            <pc:sldMk cId="476743360" sldId="273"/>
            <ac:spMk id="6" creationId="{F2E8D671-D763-B664-4696-F4141A2E58B4}"/>
          </ac:spMkLst>
        </pc:spChg>
        <pc:spChg chg="add del mod ord">
          <ac:chgData name="Warisa Nuntaprayoon" userId="16a61c9b-ac90-409b-8a1a-ed35662834f9" providerId="ADAL" clId="{4DECC3DA-572C-57BE-9B79-03620393FF1A}" dt="2026-05-28T06:58:27.999" v="244"/>
          <ac:spMkLst>
            <pc:docMk/>
            <pc:sldMk cId="476743360" sldId="273"/>
            <ac:spMk id="7" creationId="{8B6FDAD8-2B97-6E93-85FA-4A5066057901}"/>
          </ac:spMkLst>
        </pc:spChg>
        <pc:spChg chg="add mod">
          <ac:chgData name="Warisa Nuntaprayoon" userId="16a61c9b-ac90-409b-8a1a-ed35662834f9" providerId="ADAL" clId="{4DECC3DA-572C-57BE-9B79-03620393FF1A}" dt="2026-05-28T16:46:58.944" v="1376" actId="1582"/>
          <ac:spMkLst>
            <pc:docMk/>
            <pc:sldMk cId="476743360" sldId="273"/>
            <ac:spMk id="12" creationId="{52CEF188-5FC9-7365-524C-6EB94276C359}"/>
          </ac:spMkLst>
        </pc:spChg>
        <pc:spChg chg="add del mod">
          <ac:chgData name="Warisa Nuntaprayoon" userId="16a61c9b-ac90-409b-8a1a-ed35662834f9" providerId="ADAL" clId="{4DECC3DA-572C-57BE-9B79-03620393FF1A}" dt="2026-05-28T16:47:17.944" v="1381" actId="478"/>
          <ac:spMkLst>
            <pc:docMk/>
            <pc:sldMk cId="476743360" sldId="273"/>
            <ac:spMk id="13" creationId="{11B4A216-1591-194B-039C-DDC0CF6A83CF}"/>
          </ac:spMkLst>
        </pc:spChg>
        <pc:spChg chg="add mod">
          <ac:chgData name="Warisa Nuntaprayoon" userId="16a61c9b-ac90-409b-8a1a-ed35662834f9" providerId="ADAL" clId="{4DECC3DA-572C-57BE-9B79-03620393FF1A}" dt="2026-05-28T16:48:15.811" v="1422" actId="1038"/>
          <ac:spMkLst>
            <pc:docMk/>
            <pc:sldMk cId="476743360" sldId="273"/>
            <ac:spMk id="14" creationId="{77C14890-46A9-E1D0-6F76-78BF625627AA}"/>
          </ac:spMkLst>
        </pc:spChg>
        <pc:picChg chg="add del mod ord">
          <ac:chgData name="Warisa Nuntaprayoon" userId="16a61c9b-ac90-409b-8a1a-ed35662834f9" providerId="ADAL" clId="{4DECC3DA-572C-57BE-9B79-03620393FF1A}" dt="2026-05-28T07:00:08.419" v="256" actId="478"/>
          <ac:picMkLst>
            <pc:docMk/>
            <pc:sldMk cId="476743360" sldId="273"/>
            <ac:picMk id="8" creationId="{8BD55C7B-F850-A535-922D-FBC3BD6878C3}"/>
          </ac:picMkLst>
        </pc:picChg>
        <pc:picChg chg="add mod">
          <ac:chgData name="Warisa Nuntaprayoon" userId="16a61c9b-ac90-409b-8a1a-ed35662834f9" providerId="ADAL" clId="{4DECC3DA-572C-57BE-9B79-03620393FF1A}" dt="2026-05-28T16:47:45.362" v="1410" actId="1076"/>
          <ac:picMkLst>
            <pc:docMk/>
            <pc:sldMk cId="476743360" sldId="273"/>
            <ac:picMk id="9" creationId="{4EACEA89-25D7-844F-D7BF-A04BBA94DD54}"/>
          </ac:picMkLst>
        </pc:picChg>
        <pc:cxnChg chg="add del">
          <ac:chgData name="Warisa Nuntaprayoon" userId="16a61c9b-ac90-409b-8a1a-ed35662834f9" providerId="ADAL" clId="{4DECC3DA-572C-57BE-9B79-03620393FF1A}" dt="2026-05-28T07:02:40.019" v="286" actId="478"/>
          <ac:cxnSpMkLst>
            <pc:docMk/>
            <pc:sldMk cId="476743360" sldId="273"/>
            <ac:cxnSpMk id="11" creationId="{72FFECC8-31A7-5F4F-63CE-D5BB91C57AEE}"/>
          </ac:cxnSpMkLst>
        </pc:cxnChg>
      </pc:sldChg>
      <pc:sldChg chg="new del">
        <pc:chgData name="Warisa Nuntaprayoon" userId="16a61c9b-ac90-409b-8a1a-ed35662834f9" providerId="ADAL" clId="{4DECC3DA-572C-57BE-9B79-03620393FF1A}" dt="2026-05-28T06:59:05.243" v="245" actId="2696"/>
        <pc:sldMkLst>
          <pc:docMk/>
          <pc:sldMk cId="1918692330" sldId="274"/>
        </pc:sldMkLst>
      </pc:sldChg>
      <pc:sldChg chg="addSp delSp modSp new mod modClrScheme chgLayout">
        <pc:chgData name="Warisa Nuntaprayoon" userId="16a61c9b-ac90-409b-8a1a-ed35662834f9" providerId="ADAL" clId="{4DECC3DA-572C-57BE-9B79-03620393FF1A}" dt="2026-05-28T19:29:07.340" v="2498" actId="14100"/>
        <pc:sldMkLst>
          <pc:docMk/>
          <pc:sldMk cId="4254096389" sldId="274"/>
        </pc:sldMkLst>
        <pc:spChg chg="mod ord">
          <ac:chgData name="Warisa Nuntaprayoon" userId="16a61c9b-ac90-409b-8a1a-ed35662834f9" providerId="ADAL" clId="{4DECC3DA-572C-57BE-9B79-03620393FF1A}" dt="2026-05-28T07:03:22.663" v="291" actId="700"/>
          <ac:spMkLst>
            <pc:docMk/>
            <pc:sldMk cId="4254096389" sldId="274"/>
            <ac:spMk id="2" creationId="{0FF9E76C-E515-F0E0-1C6D-CA4BA1B447B6}"/>
          </ac:spMkLst>
        </pc:spChg>
        <pc:spChg chg="mod ord">
          <ac:chgData name="Warisa Nuntaprayoon" userId="16a61c9b-ac90-409b-8a1a-ed35662834f9" providerId="ADAL" clId="{4DECC3DA-572C-57BE-9B79-03620393FF1A}" dt="2026-05-28T07:03:22.663" v="291" actId="700"/>
          <ac:spMkLst>
            <pc:docMk/>
            <pc:sldMk cId="4254096389" sldId="274"/>
            <ac:spMk id="3" creationId="{DE4F1E9C-2D2A-FF8E-59D7-66D5BF5ECBE0}"/>
          </ac:spMkLst>
        </pc:spChg>
        <pc:spChg chg="del mod">
          <ac:chgData name="Warisa Nuntaprayoon" userId="16a61c9b-ac90-409b-8a1a-ed35662834f9" providerId="ADAL" clId="{4DECC3DA-572C-57BE-9B79-03620393FF1A}" dt="2026-05-28T07:03:22.663" v="291" actId="700"/>
          <ac:spMkLst>
            <pc:docMk/>
            <pc:sldMk cId="4254096389" sldId="274"/>
            <ac:spMk id="4" creationId="{4E9028DA-FE44-7C59-9F76-6C558B469065}"/>
          </ac:spMkLst>
        </pc:spChg>
        <pc:spChg chg="add mod">
          <ac:chgData name="Warisa Nuntaprayoon" userId="16a61c9b-ac90-409b-8a1a-ed35662834f9" providerId="ADAL" clId="{4DECC3DA-572C-57BE-9B79-03620393FF1A}" dt="2026-05-28T19:26:52.492" v="2388" actId="20577"/>
          <ac:spMkLst>
            <pc:docMk/>
            <pc:sldMk cId="4254096389" sldId="274"/>
            <ac:spMk id="7" creationId="{5742FC6A-1171-10B1-B1D9-BF8152186FD1}"/>
          </ac:spMkLst>
        </pc:spChg>
        <pc:spChg chg="add del">
          <ac:chgData name="Warisa Nuntaprayoon" userId="16a61c9b-ac90-409b-8a1a-ed35662834f9" providerId="ADAL" clId="{4DECC3DA-572C-57BE-9B79-03620393FF1A}" dt="2026-05-28T07:04:36.812" v="328" actId="478"/>
          <ac:spMkLst>
            <pc:docMk/>
            <pc:sldMk cId="4254096389" sldId="274"/>
            <ac:spMk id="8" creationId="{C6A519CA-5BFF-9809-AF1F-80A725AF2CD0}"/>
          </ac:spMkLst>
        </pc:spChg>
        <pc:spChg chg="add mod">
          <ac:chgData name="Warisa Nuntaprayoon" userId="16a61c9b-ac90-409b-8a1a-ed35662834f9" providerId="ADAL" clId="{4DECC3DA-572C-57BE-9B79-03620393FF1A}" dt="2026-05-28T07:25:41.349" v="808" actId="1036"/>
          <ac:spMkLst>
            <pc:docMk/>
            <pc:sldMk cId="4254096389" sldId="274"/>
            <ac:spMk id="9" creationId="{FFB21D4F-FD61-F27F-B14A-B9F6F3489612}"/>
          </ac:spMkLst>
        </pc:spChg>
        <pc:spChg chg="add mod">
          <ac:chgData name="Warisa Nuntaprayoon" userId="16a61c9b-ac90-409b-8a1a-ed35662834f9" providerId="ADAL" clId="{4DECC3DA-572C-57BE-9B79-03620393FF1A}" dt="2026-05-28T07:25:35.312" v="804" actId="1036"/>
          <ac:spMkLst>
            <pc:docMk/>
            <pc:sldMk cId="4254096389" sldId="274"/>
            <ac:spMk id="10" creationId="{D4554908-5613-39F0-EFEF-2368FCA6B0A2}"/>
          </ac:spMkLst>
        </pc:spChg>
        <pc:spChg chg="add mod">
          <ac:chgData name="Warisa Nuntaprayoon" userId="16a61c9b-ac90-409b-8a1a-ed35662834f9" providerId="ADAL" clId="{4DECC3DA-572C-57BE-9B79-03620393FF1A}" dt="2026-05-28T19:28:29.588" v="2483" actId="20577"/>
          <ac:spMkLst>
            <pc:docMk/>
            <pc:sldMk cId="4254096389" sldId="274"/>
            <ac:spMk id="11" creationId="{A20E04AC-EB07-9909-8361-E5AB81E03321}"/>
          </ac:spMkLst>
        </pc:spChg>
        <pc:spChg chg="add mod">
          <ac:chgData name="Warisa Nuntaprayoon" userId="16a61c9b-ac90-409b-8a1a-ed35662834f9" providerId="ADAL" clId="{4DECC3DA-572C-57BE-9B79-03620393FF1A}" dt="2026-05-28T19:29:07.340" v="2498" actId="14100"/>
          <ac:spMkLst>
            <pc:docMk/>
            <pc:sldMk cId="4254096389" sldId="274"/>
            <ac:spMk id="15" creationId="{5336370F-6FAD-DCCC-8A96-9870553C0A57}"/>
          </ac:spMkLst>
        </pc:spChg>
        <pc:spChg chg="add mod">
          <ac:chgData name="Warisa Nuntaprayoon" userId="16a61c9b-ac90-409b-8a1a-ed35662834f9" providerId="ADAL" clId="{4DECC3DA-572C-57BE-9B79-03620393FF1A}" dt="2026-05-28T16:41:25.516" v="1154" actId="1076"/>
          <ac:spMkLst>
            <pc:docMk/>
            <pc:sldMk cId="4254096389" sldId="274"/>
            <ac:spMk id="16" creationId="{B7A51992-D3E5-550F-0DA4-1B86452322D0}"/>
          </ac:spMkLst>
        </pc:spChg>
        <pc:picChg chg="add del">
          <ac:chgData name="Warisa Nuntaprayoon" userId="16a61c9b-ac90-409b-8a1a-ed35662834f9" providerId="ADAL" clId="{4DECC3DA-572C-57BE-9B79-03620393FF1A}" dt="2026-05-28T07:03:14.267" v="289" actId="478"/>
          <ac:picMkLst>
            <pc:docMk/>
            <pc:sldMk cId="4254096389" sldId="274"/>
            <ac:picMk id="5" creationId="{45553860-167A-A362-D815-7A8AE98977BF}"/>
          </ac:picMkLst>
        </pc:picChg>
        <pc:picChg chg="add del mod">
          <ac:chgData name="Warisa Nuntaprayoon" userId="16a61c9b-ac90-409b-8a1a-ed35662834f9" providerId="ADAL" clId="{4DECC3DA-572C-57BE-9B79-03620393FF1A}" dt="2026-05-28T07:20:36.716" v="592" actId="478"/>
          <ac:picMkLst>
            <pc:docMk/>
            <pc:sldMk cId="4254096389" sldId="274"/>
            <ac:picMk id="6" creationId="{F2AEC1CA-0F0C-E4E7-0898-27144440D5FF}"/>
          </ac:picMkLst>
        </pc:picChg>
        <pc:picChg chg="add mod">
          <ac:chgData name="Warisa Nuntaprayoon" userId="16a61c9b-ac90-409b-8a1a-ed35662834f9" providerId="ADAL" clId="{4DECC3DA-572C-57BE-9B79-03620393FF1A}" dt="2026-05-28T07:25:35.312" v="804" actId="1036"/>
          <ac:picMkLst>
            <pc:docMk/>
            <pc:sldMk cId="4254096389" sldId="274"/>
            <ac:picMk id="14" creationId="{1FE6373C-042B-D2CF-0F88-506C5AC89F67}"/>
          </ac:picMkLst>
        </pc:picChg>
        <pc:cxnChg chg="add del">
          <ac:chgData name="Warisa Nuntaprayoon" userId="16a61c9b-ac90-409b-8a1a-ed35662834f9" providerId="ADAL" clId="{4DECC3DA-572C-57BE-9B79-03620393FF1A}" dt="2026-05-28T07:20:37.570" v="593" actId="478"/>
          <ac:cxnSpMkLst>
            <pc:docMk/>
            <pc:sldMk cId="4254096389" sldId="274"/>
            <ac:cxnSpMk id="13" creationId="{978B4A51-0DA2-E54A-2372-4EA8FF2A704D}"/>
          </ac:cxnSpMkLst>
        </pc:cxnChg>
      </pc:sldChg>
      <pc:sldChg chg="addSp delSp modSp new mod">
        <pc:chgData name="Warisa Nuntaprayoon" userId="16a61c9b-ac90-409b-8a1a-ed35662834f9" providerId="ADAL" clId="{4DECC3DA-572C-57BE-9B79-03620393FF1A}" dt="2026-05-28T19:35:30.096" v="2502" actId="114"/>
        <pc:sldMkLst>
          <pc:docMk/>
          <pc:sldMk cId="3748639039" sldId="275"/>
        </pc:sldMkLst>
        <pc:spChg chg="mod">
          <ac:chgData name="Warisa Nuntaprayoon" userId="16a61c9b-ac90-409b-8a1a-ed35662834f9" providerId="ADAL" clId="{4DECC3DA-572C-57BE-9B79-03620393FF1A}" dt="2026-05-28T07:28:45.468" v="943" actId="20577"/>
          <ac:spMkLst>
            <pc:docMk/>
            <pc:sldMk cId="3748639039" sldId="275"/>
            <ac:spMk id="2" creationId="{35545F81-CB1D-7485-9C93-B03C2217D30A}"/>
          </ac:spMkLst>
        </pc:spChg>
        <pc:spChg chg="add mod">
          <ac:chgData name="Warisa Nuntaprayoon" userId="16a61c9b-ac90-409b-8a1a-ed35662834f9" providerId="ADAL" clId="{4DECC3DA-572C-57BE-9B79-03620393FF1A}" dt="2026-05-28T19:30:46.032" v="2499" actId="20577"/>
          <ac:spMkLst>
            <pc:docMk/>
            <pc:sldMk cId="3748639039" sldId="275"/>
            <ac:spMk id="5" creationId="{91062F8A-6524-45F3-5AFD-810EEDC1B68F}"/>
          </ac:spMkLst>
        </pc:spChg>
        <pc:spChg chg="add del mod">
          <ac:chgData name="Warisa Nuntaprayoon" userId="16a61c9b-ac90-409b-8a1a-ed35662834f9" providerId="ADAL" clId="{4DECC3DA-572C-57BE-9B79-03620393FF1A}" dt="2026-05-28T16:41:36.074" v="1156" actId="478"/>
          <ac:spMkLst>
            <pc:docMk/>
            <pc:sldMk cId="3748639039" sldId="275"/>
            <ac:spMk id="6" creationId="{34FFA672-D4F0-C9AA-B12C-55B436548CD8}"/>
          </ac:spMkLst>
        </pc:spChg>
        <pc:spChg chg="add mod">
          <ac:chgData name="Warisa Nuntaprayoon" userId="16a61c9b-ac90-409b-8a1a-ed35662834f9" providerId="ADAL" clId="{4DECC3DA-572C-57BE-9B79-03620393FF1A}" dt="2026-05-28T19:35:30.096" v="2502" actId="114"/>
          <ac:spMkLst>
            <pc:docMk/>
            <pc:sldMk cId="3748639039" sldId="275"/>
            <ac:spMk id="7" creationId="{619D8811-04C4-54B3-5301-358F2AA121AF}"/>
          </ac:spMkLst>
        </pc:spChg>
        <pc:picChg chg="add mod">
          <ac:chgData name="Warisa Nuntaprayoon" userId="16a61c9b-ac90-409b-8a1a-ed35662834f9" providerId="ADAL" clId="{4DECC3DA-572C-57BE-9B79-03620393FF1A}" dt="2026-05-28T16:39:58.217" v="1134" actId="1076"/>
          <ac:picMkLst>
            <pc:docMk/>
            <pc:sldMk cId="3748639039" sldId="275"/>
            <ac:picMk id="4" creationId="{AA26C0CC-092F-5183-30F3-53A306A7DECF}"/>
          </ac:picMkLst>
        </pc:picChg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1190218465" sldId="276"/>
        </pc:sldMkLst>
      </pc:sldChg>
      <pc:sldChg chg="addSp delSp modSp new mod modClrScheme chgLayout">
        <pc:chgData name="Warisa Nuntaprayoon" userId="16a61c9b-ac90-409b-8a1a-ed35662834f9" providerId="ADAL" clId="{4DECC3DA-572C-57BE-9B79-03620393FF1A}" dt="2026-05-28T19:48:51.417" v="2665" actId="114"/>
        <pc:sldMkLst>
          <pc:docMk/>
          <pc:sldMk cId="1628532001" sldId="276"/>
        </pc:sldMkLst>
        <pc:spChg chg="mod ord">
          <ac:chgData name="Warisa Nuntaprayoon" userId="16a61c9b-ac90-409b-8a1a-ed35662834f9" providerId="ADAL" clId="{4DECC3DA-572C-57BE-9B79-03620393FF1A}" dt="2026-05-28T19:38:17.551" v="2507" actId="27636"/>
          <ac:spMkLst>
            <pc:docMk/>
            <pc:sldMk cId="1628532001" sldId="276"/>
            <ac:spMk id="2" creationId="{BA570AE0-624B-4037-1FCF-E21525A921A6}"/>
          </ac:spMkLst>
        </pc:spChg>
        <pc:spChg chg="mod ord">
          <ac:chgData name="Warisa Nuntaprayoon" userId="16a61c9b-ac90-409b-8a1a-ed35662834f9" providerId="ADAL" clId="{4DECC3DA-572C-57BE-9B79-03620393FF1A}" dt="2026-05-28T17:09:43.099" v="1751" actId="700"/>
          <ac:spMkLst>
            <pc:docMk/>
            <pc:sldMk cId="1628532001" sldId="276"/>
            <ac:spMk id="3" creationId="{0EB0300B-BEC9-A6FF-D2AE-17E62871C25B}"/>
          </ac:spMkLst>
        </pc:spChg>
        <pc:spChg chg="add mod ord">
          <ac:chgData name="Warisa Nuntaprayoon" userId="16a61c9b-ac90-409b-8a1a-ed35662834f9" providerId="ADAL" clId="{4DECC3DA-572C-57BE-9B79-03620393FF1A}" dt="2026-05-28T19:48:51.417" v="2665" actId="114"/>
          <ac:spMkLst>
            <pc:docMk/>
            <pc:sldMk cId="1628532001" sldId="276"/>
            <ac:spMk id="4" creationId="{B8E0D871-391C-1668-18D9-7B563DD555C8}"/>
          </ac:spMkLst>
        </pc:spChg>
        <pc:spChg chg="add del mod">
          <ac:chgData name="Warisa Nuntaprayoon" userId="16a61c9b-ac90-409b-8a1a-ed35662834f9" providerId="ADAL" clId="{4DECC3DA-572C-57BE-9B79-03620393FF1A}" dt="2026-05-28T19:48:23.333" v="2643" actId="478"/>
          <ac:spMkLst>
            <pc:docMk/>
            <pc:sldMk cId="1628532001" sldId="276"/>
            <ac:spMk id="5" creationId="{C26BA57F-AFBF-3322-53DD-D02C117EE4FF}"/>
          </ac:spMkLst>
        </pc:spChg>
        <pc:spChg chg="add del mod">
          <ac:chgData name="Warisa Nuntaprayoon" userId="16a61c9b-ac90-409b-8a1a-ed35662834f9" providerId="ADAL" clId="{4DECC3DA-572C-57BE-9B79-03620393FF1A}" dt="2026-05-28T19:48:29.093" v="2647" actId="478"/>
          <ac:spMkLst>
            <pc:docMk/>
            <pc:sldMk cId="1628532001" sldId="276"/>
            <ac:spMk id="6" creationId="{0E23CEF0-C938-460C-7C0A-AD58A28255A6}"/>
          </ac:spMkLst>
        </pc:spChg>
      </pc:sldChg>
      <pc:sldChg chg="addSp delSp modSp add mod modClrScheme chgLayout">
        <pc:chgData name="Warisa Nuntaprayoon" userId="16a61c9b-ac90-409b-8a1a-ed35662834f9" providerId="ADAL" clId="{4DECC3DA-572C-57BE-9B79-03620393FF1A}" dt="2026-05-28T19:41:40.784" v="2578" actId="1038"/>
        <pc:sldMkLst>
          <pc:docMk/>
          <pc:sldMk cId="922755803" sldId="277"/>
        </pc:sldMkLst>
        <pc:spChg chg="mod ord">
          <ac:chgData name="Warisa Nuntaprayoon" userId="16a61c9b-ac90-409b-8a1a-ed35662834f9" providerId="ADAL" clId="{4DECC3DA-572C-57BE-9B79-03620393FF1A}" dt="2026-05-28T19:38:38.682" v="2516" actId="27636"/>
          <ac:spMkLst>
            <pc:docMk/>
            <pc:sldMk cId="922755803" sldId="277"/>
            <ac:spMk id="2" creationId="{7E9E8BCF-739D-1F1B-8875-7D2E14362A06}"/>
          </ac:spMkLst>
        </pc:spChg>
        <pc:spChg chg="mod ord">
          <ac:chgData name="Warisa Nuntaprayoon" userId="16a61c9b-ac90-409b-8a1a-ed35662834f9" providerId="ADAL" clId="{4DECC3DA-572C-57BE-9B79-03620393FF1A}" dt="2026-05-28T17:09:34.133" v="1749" actId="700"/>
          <ac:spMkLst>
            <pc:docMk/>
            <pc:sldMk cId="922755803" sldId="277"/>
            <ac:spMk id="3" creationId="{575BAF70-F325-3BD6-A48D-CBB400015FA7}"/>
          </ac:spMkLst>
        </pc:spChg>
        <pc:spChg chg="del mod">
          <ac:chgData name="Warisa Nuntaprayoon" userId="16a61c9b-ac90-409b-8a1a-ed35662834f9" providerId="ADAL" clId="{4DECC3DA-572C-57BE-9B79-03620393FF1A}" dt="2026-05-28T17:03:42.053" v="1680" actId="478"/>
          <ac:spMkLst>
            <pc:docMk/>
            <pc:sldMk cId="922755803" sldId="277"/>
            <ac:spMk id="4" creationId="{AA602017-B048-E1A9-0FB7-16FFC829049E}"/>
          </ac:spMkLst>
        </pc:spChg>
        <pc:spChg chg="add mod">
          <ac:chgData name="Warisa Nuntaprayoon" userId="16a61c9b-ac90-409b-8a1a-ed35662834f9" providerId="ADAL" clId="{4DECC3DA-572C-57BE-9B79-03620393FF1A}" dt="2026-05-28T19:39:00.742" v="2520" actId="14100"/>
          <ac:spMkLst>
            <pc:docMk/>
            <pc:sldMk cId="922755803" sldId="277"/>
            <ac:spMk id="8" creationId="{3469E260-C4B9-2100-58BA-409553534459}"/>
          </ac:spMkLst>
        </pc:spChg>
        <pc:spChg chg="add del mod">
          <ac:chgData name="Warisa Nuntaprayoon" userId="16a61c9b-ac90-409b-8a1a-ed35662834f9" providerId="ADAL" clId="{4DECC3DA-572C-57BE-9B79-03620393FF1A}" dt="2026-05-28T17:15:43.563" v="1917" actId="478"/>
          <ac:spMkLst>
            <pc:docMk/>
            <pc:sldMk cId="922755803" sldId="277"/>
            <ac:spMk id="10" creationId="{FCC4B4EC-B6FA-F7F1-B7CB-3EA3A0C20656}"/>
          </ac:spMkLst>
        </pc:spChg>
        <pc:spChg chg="add mod">
          <ac:chgData name="Warisa Nuntaprayoon" userId="16a61c9b-ac90-409b-8a1a-ed35662834f9" providerId="ADAL" clId="{4DECC3DA-572C-57BE-9B79-03620393FF1A}" dt="2026-05-28T19:41:40.784" v="2578" actId="1038"/>
          <ac:spMkLst>
            <pc:docMk/>
            <pc:sldMk cId="922755803" sldId="277"/>
            <ac:spMk id="11" creationId="{EF9095C4-C0E6-73FA-B498-8D2D181DB74A}"/>
          </ac:spMkLst>
        </pc:spChg>
        <pc:spChg chg="add del mod">
          <ac:chgData name="Warisa Nuntaprayoon" userId="16a61c9b-ac90-409b-8a1a-ed35662834f9" providerId="ADAL" clId="{4DECC3DA-572C-57BE-9B79-03620393FF1A}" dt="2026-05-28T17:17:38.405" v="1948" actId="478"/>
          <ac:spMkLst>
            <pc:docMk/>
            <pc:sldMk cId="922755803" sldId="277"/>
            <ac:spMk id="12" creationId="{8B402CCB-299B-B0C7-AEEC-3FC0E8882282}"/>
          </ac:spMkLst>
        </pc:spChg>
        <pc:graphicFrameChg chg="add del mod">
          <ac:chgData name="Warisa Nuntaprayoon" userId="16a61c9b-ac90-409b-8a1a-ed35662834f9" providerId="ADAL" clId="{4DECC3DA-572C-57BE-9B79-03620393FF1A}" dt="2026-05-28T17:05:37.422" v="1718" actId="478"/>
          <ac:graphicFrameMkLst>
            <pc:docMk/>
            <pc:sldMk cId="922755803" sldId="277"/>
            <ac:graphicFrameMk id="5" creationId="{E801A8F0-F09C-C88E-64DE-5D82E704116A}"/>
          </ac:graphicFrameMkLst>
        </pc:graphicFrameChg>
        <pc:graphicFrameChg chg="add mod">
          <ac:chgData name="Warisa Nuntaprayoon" userId="16a61c9b-ac90-409b-8a1a-ed35662834f9" providerId="ADAL" clId="{4DECC3DA-572C-57BE-9B79-03620393FF1A}" dt="2026-05-28T17:06:01.539" v="1721"/>
          <ac:graphicFrameMkLst>
            <pc:docMk/>
            <pc:sldMk cId="922755803" sldId="277"/>
            <ac:graphicFrameMk id="6" creationId="{E801A8F0-F09C-C88E-64DE-5D82E704116A}"/>
          </ac:graphicFrameMkLst>
        </pc:graphicFrameChg>
        <pc:graphicFrameChg chg="add mod">
          <ac:chgData name="Warisa Nuntaprayoon" userId="16a61c9b-ac90-409b-8a1a-ed35662834f9" providerId="ADAL" clId="{4DECC3DA-572C-57BE-9B79-03620393FF1A}" dt="2026-05-28T19:41:22.775" v="2559" actId="14100"/>
          <ac:graphicFrameMkLst>
            <pc:docMk/>
            <pc:sldMk cId="922755803" sldId="277"/>
            <ac:graphicFrameMk id="7" creationId="{E801A8F0-F09C-C88E-64DE-5D82E704116A}"/>
          </ac:graphicFrameMkLst>
        </pc:graphicFrameChg>
        <pc:picChg chg="add mod">
          <ac:chgData name="Warisa Nuntaprayoon" userId="16a61c9b-ac90-409b-8a1a-ed35662834f9" providerId="ADAL" clId="{4DECC3DA-572C-57BE-9B79-03620393FF1A}" dt="2026-05-28T19:41:36.700" v="2571" actId="1038"/>
          <ac:picMkLst>
            <pc:docMk/>
            <pc:sldMk cId="922755803" sldId="277"/>
            <ac:picMk id="9" creationId="{D5B11215-9A33-DBCC-B890-7024CE224201}"/>
          </ac:picMkLst>
        </pc:picChg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1863141743" sldId="277"/>
        </pc:sldMkLst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357668451" sldId="278"/>
        </pc:sldMkLst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979987094" sldId="279"/>
        </pc:sldMkLst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3435844473" sldId="280"/>
        </pc:sldMkLst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116746352" sldId="281"/>
        </pc:sldMkLst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2755917274" sldId="282"/>
        </pc:sldMkLst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798385729" sldId="283"/>
        </pc:sldMkLst>
      </pc:sldChg>
      <pc:sldChg chg="del">
        <pc:chgData name="Warisa Nuntaprayoon" userId="16a61c9b-ac90-409b-8a1a-ed35662834f9" providerId="ADAL" clId="{4DECC3DA-572C-57BE-9B79-03620393FF1A}" dt="2026-05-28T06:57:05.882" v="217" actId="2696"/>
        <pc:sldMkLst>
          <pc:docMk/>
          <pc:sldMk cId="4098248441" sldId="28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pttep-my.sharepoint.com/personal/warisan_pttep_com/Documents/Master/Research/Thesis/CO2_solubility_st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40" b="1" i="0" u="none" strike="noStrike" kern="1200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 dirty="0"/>
              <a:t>Extended SW Model vs. Experimental Data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40" b="1" i="0" u="none" strike="noStrike" kern="1200" spc="0" baseline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wer"/>
            <c:dispRSqr val="1"/>
            <c:dispEq val="1"/>
            <c:trendlineLbl>
              <c:layout>
                <c:manualLayout>
                  <c:x val="-0.10702250000000001"/>
                  <c:y val="5.2528611111111109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600" b="0" i="0" u="none" strike="noStrike" kern="1200" baseline="0">
                      <a:solidFill>
                        <a:schemeClr val="tx1"/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TH"/>
                </a:p>
              </c:txPr>
            </c:trendlineLbl>
          </c:trendline>
          <c:xVal>
            <c:numRef>
              <c:f>Sheet1!$B$25:$B$37</c:f>
              <c:numCache>
                <c:formatCode>0.000000</c:formatCode>
                <c:ptCount val="13"/>
                <c:pt idx="0">
                  <c:v>4.7600000000000002E-4</c:v>
                </c:pt>
                <c:pt idx="1">
                  <c:v>4.6799999999999999E-4</c:v>
                </c:pt>
                <c:pt idx="2">
                  <c:v>4.6000000000000001E-4</c:v>
                </c:pt>
                <c:pt idx="3">
                  <c:v>4.37E-4</c:v>
                </c:pt>
                <c:pt idx="4">
                  <c:v>4.0200000000000001E-4</c:v>
                </c:pt>
                <c:pt idx="5">
                  <c:v>3.7399999999999998E-4</c:v>
                </c:pt>
                <c:pt idx="6">
                  <c:v>3.4299999999999999E-4</c:v>
                </c:pt>
                <c:pt idx="7">
                  <c:v>3.19E-4</c:v>
                </c:pt>
                <c:pt idx="8">
                  <c:v>2.9599999999999998E-4</c:v>
                </c:pt>
                <c:pt idx="9">
                  <c:v>2.7999999999999998E-4</c:v>
                </c:pt>
                <c:pt idx="10">
                  <c:v>2.5900000000000001E-4</c:v>
                </c:pt>
                <c:pt idx="11">
                  <c:v>2.52E-4</c:v>
                </c:pt>
                <c:pt idx="12">
                  <c:v>2.2599999999999999E-4</c:v>
                </c:pt>
              </c:numCache>
            </c:numRef>
          </c:xVal>
          <c:yVal>
            <c:numRef>
              <c:f>Sheet1!$D$25:$D$37</c:f>
              <c:numCache>
                <c:formatCode>0.000000</c:formatCode>
                <c:ptCount val="13"/>
                <c:pt idx="0">
                  <c:v>6.0948622658855414E-4</c:v>
                </c:pt>
                <c:pt idx="1">
                  <c:v>5.945097504640813E-4</c:v>
                </c:pt>
                <c:pt idx="2">
                  <c:v>5.7985491460101643E-4</c:v>
                </c:pt>
                <c:pt idx="3">
                  <c:v>5.3878687609117527E-4</c:v>
                </c:pt>
                <c:pt idx="4">
                  <c:v>4.7911141710713724E-4</c:v>
                </c:pt>
                <c:pt idx="5">
                  <c:v>4.3128101507468824E-4</c:v>
                </c:pt>
                <c:pt idx="6">
                  <c:v>3.8809463465060563E-4</c:v>
                </c:pt>
                <c:pt idx="7">
                  <c:v>3.4353418779748204E-4</c:v>
                </c:pt>
                <c:pt idx="8">
                  <c:v>3.1567209738337797E-4</c:v>
                </c:pt>
                <c:pt idx="9">
                  <c:v>2.7518578508547721E-4</c:v>
                </c:pt>
                <c:pt idx="10">
                  <c:v>2.6499424887877697E-4</c:v>
                </c:pt>
                <c:pt idx="11">
                  <c:v>2.3214954462818035E-4</c:v>
                </c:pt>
                <c:pt idx="12">
                  <c:v>1.9080764282040639E-4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358-3C4B-9041-C711D66B3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6756015"/>
        <c:axId val="116699535"/>
      </c:scatterChart>
      <c:valAx>
        <c:axId val="1167560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5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b="1" dirty="0"/>
                  <a:t>CO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 Solubility (mol/mol): Extended SW Model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5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TH"/>
            </a:p>
          </c:txPr>
        </c:title>
        <c:numFmt formatCode="0.00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TH"/>
          </a:p>
        </c:txPr>
        <c:crossAx val="116699535"/>
        <c:crosses val="autoZero"/>
        <c:crossBetween val="midCat"/>
      </c:valAx>
      <c:valAx>
        <c:axId val="1166995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5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b="1" dirty="0"/>
                  <a:t>CO</a:t>
                </a:r>
                <a:r>
                  <a:rPr lang="en-US" b="1" baseline="-25000" dirty="0"/>
                  <a:t>2</a:t>
                </a:r>
                <a:r>
                  <a:rPr lang="en-US" b="1" dirty="0"/>
                  <a:t> Solubility (mol/mol): Experimental Data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5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TH"/>
            </a:p>
          </c:txPr>
        </c:title>
        <c:numFmt formatCode="0.00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TH"/>
          </a:p>
        </c:txPr>
        <c:crossAx val="1167560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sz="95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TH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12655-39F8-F347-982F-58746B965C3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6E32E-09CA-1D45-A9FC-AFD720388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41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6E32E-09CA-1D45-A9FC-AFD720388D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44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6E32E-09CA-1D45-A9FC-AFD720388D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50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0831-316F-2EE1-D3E7-857D0589F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2974E-92F2-02B5-FCD2-625990A91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501B9-FF68-D007-2628-97E8BFC67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41BEB-E480-7626-ACF0-EC58C31CD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F6E32E-09CA-1D45-A9FC-AFD720388D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22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F57962F0-D43B-AD1B-95F7-59D2CF576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25813" y="484442"/>
            <a:ext cx="3931919" cy="3288305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main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25813" y="3854026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57532" y="5383110"/>
            <a:ext cx="1600200" cy="192741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C0E9908-EFC8-2B4D-13A9-F0DFA354FB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25437" y="484443"/>
            <a:ext cx="4568463" cy="4568464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Insert image (square ratio)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0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txt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F57962F0-D43B-AD1B-95F7-59D2CF576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3132" y="1955800"/>
            <a:ext cx="7479792" cy="1405468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main title style, continues across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88080" y="3386669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57532" y="5383110"/>
            <a:ext cx="1600200" cy="19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08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image + graphic elem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ext, silhouette&#10;&#10;Description automatically generated">
            <a:extLst>
              <a:ext uri="{FF2B5EF4-FFF2-40B4-BE49-F238E27FC236}">
                <a16:creationId xmlns:a16="http://schemas.microsoft.com/office/drawing/2014/main" id="{62FC2C5C-4480-C310-F167-8EE8AC2F10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7058" y="-11194"/>
            <a:ext cx="8196942" cy="5726194"/>
          </a:xfrm>
          <a:prstGeom prst="rect">
            <a:avLst/>
          </a:prstGeom>
          <a:noFill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799441-F534-A055-49C0-8C4A65814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224338"/>
            <a:ext cx="9144000" cy="1490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357532" y="233979"/>
            <a:ext cx="1600200" cy="19274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F746EA-8D7B-2B2C-B6A6-AF6BC5BE2D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25813" y="853440"/>
            <a:ext cx="3931919" cy="2919307"/>
          </a:xfrm>
        </p:spPr>
        <p:txBody>
          <a:bodyPr anchor="b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main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C7A326A-5023-234E-A8FC-08D90ACB321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5813" y="3854026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6628AFC-58B4-A1DD-58D2-E36C40AFD24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840538" cy="4875213"/>
          </a:xfrm>
          <a:custGeom>
            <a:avLst/>
            <a:gdLst>
              <a:gd name="connsiteX0" fmla="*/ 0 w 6840538"/>
              <a:gd name="connsiteY0" fmla="*/ 0 h 4875213"/>
              <a:gd name="connsiteX1" fmla="*/ 6840538 w 6840538"/>
              <a:gd name="connsiteY1" fmla="*/ 0 h 4875213"/>
              <a:gd name="connsiteX2" fmla="*/ 6840538 w 6840538"/>
              <a:gd name="connsiteY2" fmla="*/ 16083 h 4875213"/>
              <a:gd name="connsiteX3" fmla="*/ 6695809 w 6840538"/>
              <a:gd name="connsiteY3" fmla="*/ 15070 h 4875213"/>
              <a:gd name="connsiteX4" fmla="*/ 6448699 w 6840538"/>
              <a:gd name="connsiteY4" fmla="*/ 14802 h 4875213"/>
              <a:gd name="connsiteX5" fmla="*/ 6300778 w 6840538"/>
              <a:gd name="connsiteY5" fmla="*/ 37885 h 4875213"/>
              <a:gd name="connsiteX6" fmla="*/ 6038492 w 6840538"/>
              <a:gd name="connsiteY6" fmla="*/ 413015 h 4875213"/>
              <a:gd name="connsiteX7" fmla="*/ 6027641 w 6840538"/>
              <a:gd name="connsiteY7" fmla="*/ 652885 h 4875213"/>
              <a:gd name="connsiteX8" fmla="*/ 5709861 w 6840538"/>
              <a:gd name="connsiteY8" fmla="*/ 975948 h 4875213"/>
              <a:gd name="connsiteX9" fmla="*/ 5506495 w 6840538"/>
              <a:gd name="connsiteY9" fmla="*/ 981422 h 4875213"/>
              <a:gd name="connsiteX10" fmla="*/ 5164347 w 6840538"/>
              <a:gd name="connsiteY10" fmla="*/ 1290444 h 4875213"/>
              <a:gd name="connsiteX11" fmla="*/ 5153971 w 6840538"/>
              <a:gd name="connsiteY11" fmla="*/ 1448121 h 4875213"/>
              <a:gd name="connsiteX12" fmla="*/ 5133078 w 6840538"/>
              <a:gd name="connsiteY12" fmla="*/ 1670430 h 4875213"/>
              <a:gd name="connsiteX13" fmla="*/ 4811634 w 6840538"/>
              <a:gd name="connsiteY13" fmla="*/ 1938474 h 4875213"/>
              <a:gd name="connsiteX14" fmla="*/ 4634776 w 6840538"/>
              <a:gd name="connsiteY14" fmla="*/ 1943852 h 4875213"/>
              <a:gd name="connsiteX15" fmla="*/ 4273829 w 6840538"/>
              <a:gd name="connsiteY15" fmla="*/ 2340162 h 4875213"/>
              <a:gd name="connsiteX16" fmla="*/ 4272687 w 6840538"/>
              <a:gd name="connsiteY16" fmla="*/ 2689210 h 4875213"/>
              <a:gd name="connsiteX17" fmla="*/ 4272687 w 6840538"/>
              <a:gd name="connsiteY17" fmla="*/ 2869827 h 4875213"/>
              <a:gd name="connsiteX18" fmla="*/ 4238468 w 6840538"/>
              <a:gd name="connsiteY18" fmla="*/ 2869827 h 4875213"/>
              <a:gd name="connsiteX19" fmla="*/ 3821550 w 6840538"/>
              <a:gd name="connsiteY19" fmla="*/ 2870065 h 4875213"/>
              <a:gd name="connsiteX20" fmla="*/ 3644075 w 6840538"/>
              <a:gd name="connsiteY20" fmla="*/ 2906474 h 4875213"/>
              <a:gd name="connsiteX21" fmla="*/ 3420576 w 6840538"/>
              <a:gd name="connsiteY21" fmla="*/ 3235962 h 4875213"/>
              <a:gd name="connsiteX22" fmla="*/ 3410154 w 6840538"/>
              <a:gd name="connsiteY22" fmla="*/ 3483971 h 4875213"/>
              <a:gd name="connsiteX23" fmla="*/ 3087615 w 6840538"/>
              <a:gd name="connsiteY23" fmla="*/ 3832210 h 4875213"/>
              <a:gd name="connsiteX24" fmla="*/ 2881822 w 6840538"/>
              <a:gd name="connsiteY24" fmla="*/ 3837778 h 4875213"/>
              <a:gd name="connsiteX25" fmla="*/ 2545861 w 6840538"/>
              <a:gd name="connsiteY25" fmla="*/ 4132095 h 4875213"/>
              <a:gd name="connsiteX26" fmla="*/ 2532630 w 6840538"/>
              <a:gd name="connsiteY26" fmla="*/ 4284061 h 4875213"/>
              <a:gd name="connsiteX27" fmla="*/ 2517828 w 6840538"/>
              <a:gd name="connsiteY27" fmla="*/ 4496660 h 4875213"/>
              <a:gd name="connsiteX28" fmla="*/ 2459764 w 6840538"/>
              <a:gd name="connsiteY28" fmla="*/ 4635014 h 4875213"/>
              <a:gd name="connsiteX29" fmla="*/ 1514371 w 6840538"/>
              <a:gd name="connsiteY29" fmla="*/ 4417465 h 4875213"/>
              <a:gd name="connsiteX30" fmla="*/ 771726 w 6840538"/>
              <a:gd name="connsiteY30" fmla="*/ 4293675 h 4875213"/>
              <a:gd name="connsiteX31" fmla="*/ 367326 w 6840538"/>
              <a:gd name="connsiteY31" fmla="*/ 4253982 h 4875213"/>
              <a:gd name="connsiteX32" fmla="*/ 6188 w 6840538"/>
              <a:gd name="connsiteY32" fmla="*/ 4238990 h 4875213"/>
              <a:gd name="connsiteX33" fmla="*/ 6148 w 6840538"/>
              <a:gd name="connsiteY33" fmla="*/ 4875213 h 4875213"/>
              <a:gd name="connsiteX34" fmla="*/ 0 w 6840538"/>
              <a:gd name="connsiteY34" fmla="*/ 4875213 h 4875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840538" h="4875213">
                <a:moveTo>
                  <a:pt x="0" y="0"/>
                </a:moveTo>
                <a:lnTo>
                  <a:pt x="6840538" y="0"/>
                </a:lnTo>
                <a:lnTo>
                  <a:pt x="6840538" y="16083"/>
                </a:lnTo>
                <a:lnTo>
                  <a:pt x="6695809" y="15070"/>
                </a:lnTo>
                <a:cubicBezTo>
                  <a:pt x="6613431" y="14350"/>
                  <a:pt x="6531059" y="13874"/>
                  <a:pt x="6448699" y="14802"/>
                </a:cubicBezTo>
                <a:cubicBezTo>
                  <a:pt x="6399249" y="15373"/>
                  <a:pt x="6348468" y="23416"/>
                  <a:pt x="6300778" y="37885"/>
                </a:cubicBezTo>
                <a:cubicBezTo>
                  <a:pt x="6141485" y="86335"/>
                  <a:pt x="6043966" y="229209"/>
                  <a:pt x="6038492" y="413015"/>
                </a:cubicBezTo>
                <a:cubicBezTo>
                  <a:pt x="6036113" y="493066"/>
                  <a:pt x="6037541" y="573881"/>
                  <a:pt x="6027641" y="652885"/>
                </a:cubicBezTo>
                <a:cubicBezTo>
                  <a:pt x="6006510" y="821841"/>
                  <a:pt x="5865443" y="963479"/>
                  <a:pt x="5709861" y="975948"/>
                </a:cubicBezTo>
                <a:cubicBezTo>
                  <a:pt x="5642326" y="981327"/>
                  <a:pt x="5574268" y="979327"/>
                  <a:pt x="5506495" y="981422"/>
                </a:cubicBezTo>
                <a:cubicBezTo>
                  <a:pt x="5339776" y="986561"/>
                  <a:pt x="5198090" y="1112541"/>
                  <a:pt x="5164347" y="1290444"/>
                </a:cubicBezTo>
                <a:cubicBezTo>
                  <a:pt x="5154638" y="1341608"/>
                  <a:pt x="5154971" y="1395435"/>
                  <a:pt x="5153971" y="1448121"/>
                </a:cubicBezTo>
                <a:cubicBezTo>
                  <a:pt x="5152591" y="1522986"/>
                  <a:pt x="5155352" y="1597897"/>
                  <a:pt x="5133078" y="1670430"/>
                </a:cubicBezTo>
                <a:cubicBezTo>
                  <a:pt x="5087484" y="1818730"/>
                  <a:pt x="4954794" y="1930383"/>
                  <a:pt x="4811634" y="1938474"/>
                </a:cubicBezTo>
                <a:cubicBezTo>
                  <a:pt x="4752760" y="1941806"/>
                  <a:pt x="4693744" y="1941853"/>
                  <a:pt x="4634776" y="1943852"/>
                </a:cubicBezTo>
                <a:cubicBezTo>
                  <a:pt x="4432696" y="1950801"/>
                  <a:pt x="4277779" y="2119995"/>
                  <a:pt x="4273829" y="2340162"/>
                </a:cubicBezTo>
                <a:cubicBezTo>
                  <a:pt x="4271735" y="2456480"/>
                  <a:pt x="4272878" y="2572846"/>
                  <a:pt x="4272687" y="2689210"/>
                </a:cubicBezTo>
                <a:cubicBezTo>
                  <a:pt x="4272592" y="2747893"/>
                  <a:pt x="4272687" y="2806576"/>
                  <a:pt x="4272687" y="2869827"/>
                </a:cubicBezTo>
                <a:cubicBezTo>
                  <a:pt x="4256933" y="2869827"/>
                  <a:pt x="4247700" y="2869827"/>
                  <a:pt x="4238468" y="2869827"/>
                </a:cubicBezTo>
                <a:cubicBezTo>
                  <a:pt x="4099495" y="2869827"/>
                  <a:pt x="3960523" y="2869303"/>
                  <a:pt x="3821550" y="2870065"/>
                </a:cubicBezTo>
                <a:cubicBezTo>
                  <a:pt x="3760583" y="2870398"/>
                  <a:pt x="3700664" y="2881012"/>
                  <a:pt x="3644075" y="2906474"/>
                </a:cubicBezTo>
                <a:cubicBezTo>
                  <a:pt x="3509292" y="2967203"/>
                  <a:pt x="3433998" y="3078191"/>
                  <a:pt x="3420576" y="3235962"/>
                </a:cubicBezTo>
                <a:cubicBezTo>
                  <a:pt x="3413581" y="3318251"/>
                  <a:pt x="3416532" y="3401539"/>
                  <a:pt x="3410154" y="3483971"/>
                </a:cubicBezTo>
                <a:cubicBezTo>
                  <a:pt x="3396209" y="3664111"/>
                  <a:pt x="3252763" y="3818932"/>
                  <a:pt x="3087615" y="3832210"/>
                </a:cubicBezTo>
                <a:cubicBezTo>
                  <a:pt x="3019270" y="3837683"/>
                  <a:pt x="2950403" y="3835399"/>
                  <a:pt x="2881822" y="3837778"/>
                </a:cubicBezTo>
                <a:cubicBezTo>
                  <a:pt x="2723098" y="3843300"/>
                  <a:pt x="2581889" y="3965043"/>
                  <a:pt x="2545861" y="4132095"/>
                </a:cubicBezTo>
                <a:cubicBezTo>
                  <a:pt x="2535247" y="4181165"/>
                  <a:pt x="2536104" y="4233278"/>
                  <a:pt x="2532630" y="4284061"/>
                </a:cubicBezTo>
                <a:cubicBezTo>
                  <a:pt x="2527775" y="4355022"/>
                  <a:pt x="2531392" y="4427840"/>
                  <a:pt x="2517828" y="4496660"/>
                </a:cubicBezTo>
                <a:cubicBezTo>
                  <a:pt x="2507833" y="4547300"/>
                  <a:pt x="2487559" y="4594131"/>
                  <a:pt x="2459764" y="4635014"/>
                </a:cubicBezTo>
                <a:cubicBezTo>
                  <a:pt x="2147029" y="4552440"/>
                  <a:pt x="1832104" y="4478670"/>
                  <a:pt x="1514371" y="4417465"/>
                </a:cubicBezTo>
                <a:cubicBezTo>
                  <a:pt x="1268028" y="4370014"/>
                  <a:pt x="1019925" y="4330703"/>
                  <a:pt x="771726" y="4293675"/>
                </a:cubicBezTo>
                <a:cubicBezTo>
                  <a:pt x="637894" y="4273733"/>
                  <a:pt x="502395" y="4263596"/>
                  <a:pt x="367326" y="4253982"/>
                </a:cubicBezTo>
                <a:cubicBezTo>
                  <a:pt x="247201" y="4245415"/>
                  <a:pt x="126600" y="4243702"/>
                  <a:pt x="6188" y="4238990"/>
                </a:cubicBezTo>
                <a:lnTo>
                  <a:pt x="6148" y="4875213"/>
                </a:lnTo>
                <a:lnTo>
                  <a:pt x="0" y="487521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Insert image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2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/txt &amp; graphic elem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F57962F0-D43B-AD1B-95F7-59D2CF5762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3133" y="1955800"/>
            <a:ext cx="7476067" cy="1405468"/>
          </a:xfrm>
        </p:spPr>
        <p:txBody>
          <a:bodyPr anchor="t" anchorCtr="0"/>
          <a:lstStyle>
            <a:lvl1pPr algn="l"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main title style, continues across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88080" y="3386669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57532" y="5383110"/>
            <a:ext cx="1600200" cy="19274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E390D0B6-7C8D-6AFE-0E0B-45D4A95D02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57532" y="5309034"/>
            <a:ext cx="1600200" cy="34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8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/txt on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3132" y="1955800"/>
            <a:ext cx="7479792" cy="1405468"/>
          </a:xfrm>
        </p:spPr>
        <p:txBody>
          <a:bodyPr anchor="t" anchorCtr="0"/>
          <a:lstStyle>
            <a:lvl1pPr algn="l"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main title style, continues across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88080" y="3386669"/>
            <a:ext cx="3935306" cy="1198881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First Last Name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 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4CEC4E-08A4-C71F-B0A5-85DDDB2EA3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357532" y="5383110"/>
            <a:ext cx="1600200" cy="192741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FE0637C8-ED3F-F19F-5C08-EBE8AF0932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57532" y="5309034"/>
            <a:ext cx="1600200" cy="34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9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" y="304271"/>
            <a:ext cx="8503920" cy="914929"/>
          </a:xfrm>
        </p:spPr>
        <p:txBody>
          <a:bodyPr/>
          <a:lstStyle/>
          <a:p>
            <a:r>
              <a:rPr lang="en-US" dirty="0"/>
              <a:t>Content slide – title one 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637EAD-EE5A-08B6-674E-72BC48E5D9B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CF8161-66D2-8164-188D-E9FE96DAC0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1335024"/>
            <a:ext cx="8503920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60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bkg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850A2D-1B7D-8A2D-30A7-5B07DBBD327C}"/>
              </a:ext>
            </a:extLst>
          </p:cNvPr>
          <p:cNvSpPr/>
          <p:nvPr userDrawn="1"/>
        </p:nvSpPr>
        <p:spPr>
          <a:xfrm>
            <a:off x="0" y="1333501"/>
            <a:ext cx="9144000" cy="39634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" y="304271"/>
            <a:ext cx="8503920" cy="914929"/>
          </a:xfrm>
        </p:spPr>
        <p:txBody>
          <a:bodyPr/>
          <a:lstStyle/>
          <a:p>
            <a:r>
              <a:rPr lang="en-US" dirty="0"/>
              <a:t>Content w/background – title one 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340B6C-CA73-B044-A89C-37F5E5CDE0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897999A-5CCE-3781-664B-3FA2924D18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1483911"/>
            <a:ext cx="850392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39" y="304271"/>
            <a:ext cx="5669280" cy="914929"/>
          </a:xfrm>
        </p:spPr>
        <p:txBody>
          <a:bodyPr/>
          <a:lstStyle/>
          <a:p>
            <a:r>
              <a:rPr lang="en-US" dirty="0"/>
              <a:t>Content slide with image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637EAD-EE5A-08B6-674E-72BC48E5D9B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000035E-6E2B-C8D7-F3EC-C616B1D56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163" y="304800"/>
            <a:ext cx="2697162" cy="4843463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Insert vertical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6C6C23-B637-A307-D1A4-A318EF5BE8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0674" y="1335024"/>
            <a:ext cx="5669280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4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Comparison slide with two columns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6B76A3-7B3B-66A5-E020-61F692A2D0A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2D4C75-924A-E1E8-AB47-E0EDDABAB6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1335024"/>
            <a:ext cx="4197096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E9EF27-CA65-6736-ECE2-81135FA8D5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26231" y="1335024"/>
            <a:ext cx="4197096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35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727ADD-D432-4F31-86BB-446B7A676F3D}"/>
              </a:ext>
            </a:extLst>
          </p:cNvPr>
          <p:cNvSpPr/>
          <p:nvPr userDrawn="1"/>
        </p:nvSpPr>
        <p:spPr>
          <a:xfrm>
            <a:off x="4572000" y="0"/>
            <a:ext cx="4572000" cy="57149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" y="304271"/>
            <a:ext cx="4023358" cy="914929"/>
          </a:xfrm>
        </p:spPr>
        <p:txBody>
          <a:bodyPr/>
          <a:lstStyle/>
          <a:p>
            <a:r>
              <a:rPr lang="en-US" dirty="0"/>
              <a:t>Data slide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304272"/>
            <a:ext cx="4023360" cy="4843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6B76A3-7B3B-66A5-E020-61F692A2D0A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F355CC0-2C4B-EFBA-AB4F-7F83741CD6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0675" y="1335024"/>
            <a:ext cx="4022723" cy="38130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07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850A2D-1B7D-8A2D-30A7-5B07DBBD327C}"/>
              </a:ext>
            </a:extLst>
          </p:cNvPr>
          <p:cNvSpPr/>
          <p:nvPr userDrawn="1"/>
        </p:nvSpPr>
        <p:spPr>
          <a:xfrm>
            <a:off x="0" y="1333501"/>
            <a:ext cx="9144000" cy="39634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040" y="304271"/>
            <a:ext cx="8503920" cy="914929"/>
          </a:xfrm>
        </p:spPr>
        <p:txBody>
          <a:bodyPr/>
          <a:lstStyle/>
          <a:p>
            <a:r>
              <a:rPr lang="en-US" dirty="0"/>
              <a:t>Objective slide – title one 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340B6C-CA73-B044-A89C-37F5E5CDE0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00F302-309D-18BE-87A0-B30A53CE098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37718" y="4079554"/>
            <a:ext cx="6686241" cy="1217405"/>
          </a:xfrm>
        </p:spPr>
        <p:txBody>
          <a:bodyPr tIns="182880" anchor="ctr" anchorCtr="0">
            <a:norm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1800" b="0" i="0">
                <a:latin typeface="+mn-lt"/>
              </a:defRPr>
            </a:lvl2pPr>
            <a:lvl3pPr marL="685800" indent="0">
              <a:buNone/>
              <a:defRPr/>
            </a:lvl3pPr>
          </a:lstStyle>
          <a:p>
            <a:pPr marL="171450" marR="0" lvl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  <a:latin typeface="Calibri Light" panose="020F0302020204030204" pitchFamily="34" charset="0"/>
              </a:rPr>
              <a:t>Content goes here.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Proin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rhoncus</a:t>
            </a:r>
            <a:r>
              <a:rPr lang="en-US" dirty="0">
                <a:effectLst/>
                <a:latin typeface="Calibri Light" panose="020F0302020204030204" pitchFamily="34" charset="0"/>
              </a:rPr>
              <a:t>. </a:t>
            </a:r>
          </a:p>
          <a:p>
            <a:pPr lvl="1"/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3FE66B-EB76-C3D7-CBC0-A43EA5920B29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137717" y="2731169"/>
            <a:ext cx="6686241" cy="1217405"/>
          </a:xfrm>
        </p:spPr>
        <p:txBody>
          <a:bodyPr tIns="182880" anchor="ctr" anchorCtr="0">
            <a:norm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1800" b="0" i="0">
                <a:latin typeface="+mn-lt"/>
              </a:defRPr>
            </a:lvl2pPr>
            <a:lvl3pPr marL="685800" indent="0">
              <a:buNone/>
              <a:defRPr/>
            </a:lvl3pPr>
          </a:lstStyle>
          <a:p>
            <a:pPr marL="171450" marR="0" lvl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  <a:latin typeface="Calibri Light" panose="020F0302020204030204" pitchFamily="34" charset="0"/>
              </a:rPr>
              <a:t>Content goes here.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Proin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rhoncus</a:t>
            </a:r>
            <a:r>
              <a:rPr lang="en-US" dirty="0">
                <a:effectLst/>
                <a:latin typeface="Calibri Light" panose="020F0302020204030204" pitchFamily="34" charset="0"/>
              </a:rPr>
              <a:t>. </a:t>
            </a:r>
          </a:p>
          <a:p>
            <a:pPr lvl="1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474828E-B3D6-7006-9AAF-64F1EE99DE06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137716" y="1332972"/>
            <a:ext cx="6686241" cy="1217405"/>
          </a:xfrm>
        </p:spPr>
        <p:txBody>
          <a:bodyPr tIns="182880" anchor="ctr" anchorCtr="0">
            <a:normAutofit/>
          </a:bodyPr>
          <a:lstStyle>
            <a:lvl1pPr>
              <a:defRPr sz="18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800" b="0" i="0">
                <a:latin typeface="+mn-lt"/>
              </a:defRPr>
            </a:lvl2pPr>
            <a:lvl3pPr marL="685800" indent="0">
              <a:buNone/>
              <a:defRPr/>
            </a:lvl3pPr>
          </a:lstStyle>
          <a:p>
            <a:pPr marL="171450" marR="0" lvl="0" indent="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effectLst/>
                <a:latin typeface="Calibri Light" panose="020F0302020204030204" pitchFamily="34" charset="0"/>
              </a:rPr>
              <a:t>Content goes here.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Proin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rhoncus</a:t>
            </a:r>
            <a:r>
              <a:rPr lang="en-US" dirty="0">
                <a:effectLst/>
                <a:latin typeface="Calibri Light" panose="020F0302020204030204" pitchFamily="34" charset="0"/>
              </a:rPr>
              <a:t>.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CFC7A-40FC-34EC-65D8-B0E9FFC804F3}"/>
              </a:ext>
            </a:extLst>
          </p:cNvPr>
          <p:cNvSpPr txBox="1"/>
          <p:nvPr userDrawn="1"/>
        </p:nvSpPr>
        <p:spPr>
          <a:xfrm>
            <a:off x="320040" y="1526176"/>
            <a:ext cx="1224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Georgia" panose="02040502050405020303" pitchFamily="18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4CD20-0DD6-522D-2BDC-5E9F1E38FC73}"/>
              </a:ext>
            </a:extLst>
          </p:cNvPr>
          <p:cNvSpPr txBox="1"/>
          <p:nvPr userDrawn="1"/>
        </p:nvSpPr>
        <p:spPr>
          <a:xfrm>
            <a:off x="320039" y="2731169"/>
            <a:ext cx="1224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Georgia" panose="02040502050405020303" pitchFamily="18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8F2B7-9F36-3044-6DFE-F76FD0DC92B0}"/>
              </a:ext>
            </a:extLst>
          </p:cNvPr>
          <p:cNvSpPr txBox="1"/>
          <p:nvPr userDrawn="1"/>
        </p:nvSpPr>
        <p:spPr>
          <a:xfrm>
            <a:off x="320039" y="4079554"/>
            <a:ext cx="1224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Georgia" panose="02040502050405020303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93585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ory inset w/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Three story inset with images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6B76A3-7B3B-66A5-E020-61F692A2D0A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7FAAFB-2588-DDF2-FAB9-CF7A30E5B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0675" y="1368424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2A9FC8A-40D6-B726-43B9-7963F537A3A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00400" y="1368266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B35323C-ED18-EB18-F7A4-7EC3ECB8293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0125" y="1368266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F3CAC-923D-14B6-F0A3-957C29FA0B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675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0F57D2-B06A-9195-ECB1-9554F456E1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00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5F4EA54-D2EE-087D-B777-EC9294D5D4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80125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</p:spTree>
    <p:extLst>
      <p:ext uri="{BB962C8B-B14F-4D97-AF65-F5344CB8AC3E}">
        <p14:creationId xmlns:p14="http://schemas.microsoft.com/office/powerpoint/2010/main" val="3370171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tory inset w/images (Cardinal bkgd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Three story inset with images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6B76A3-7B3B-66A5-E020-61F692A2D0A8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7FAAFB-2588-DDF2-FAB9-CF7A30E5B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0675" y="1368424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2A9FC8A-40D6-B726-43B9-7963F537A3A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00400" y="1368266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B35323C-ED18-EB18-F7A4-7EC3ECB8293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0125" y="1368266"/>
            <a:ext cx="2743200" cy="1600200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dirty="0"/>
              <a:t>Click to insert image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C1EE1B-7E4E-6616-802F-B2C55238A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13316" y="5389834"/>
            <a:ext cx="1426464" cy="17181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F3B0C-7C89-CFDD-580C-3DE1E2FB9F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675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9404406-57CC-2CC6-4B29-BCB12EBEF4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00400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23E000F-9740-92B5-226E-7F2A9573F2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80125" y="3154362"/>
            <a:ext cx="2743200" cy="183832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Calibri Light" panose="020F0302020204030204" pitchFamily="34" charset="0"/>
              </a:rPr>
              <a:t>Subheading goes here</a:t>
            </a:r>
          </a:p>
          <a:p>
            <a:r>
              <a:rPr lang="en-US" dirty="0">
                <a:effectLst/>
                <a:latin typeface="Calibri Light" panose="020F0302020204030204" pitchFamily="34" charset="0"/>
              </a:rPr>
              <a:t>This is body copy. Lorem ipsum dolor sit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amet</a:t>
            </a:r>
            <a:r>
              <a:rPr lang="en-US" dirty="0">
                <a:effectLst/>
                <a:latin typeface="Calibri Light" panose="020F0302020204030204" pitchFamily="34" charset="0"/>
              </a:rPr>
              <a:t>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consectetur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adipis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cing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elit</a:t>
            </a:r>
            <a:r>
              <a:rPr lang="en-US" dirty="0">
                <a:effectLst/>
                <a:latin typeface="Calibri Light" panose="020F0302020204030204" pitchFamily="34" charset="0"/>
              </a:rPr>
              <a:t>. Maecenas id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vulputate</a:t>
            </a:r>
            <a:r>
              <a:rPr lang="en-US" dirty="0">
                <a:effectLst/>
                <a:latin typeface="Calibri Light" panose="020F0302020204030204" pitchFamily="34" charset="0"/>
              </a:rPr>
              <a:t>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turpis</a:t>
            </a:r>
            <a:r>
              <a:rPr lang="en-US" dirty="0">
                <a:effectLst/>
                <a:latin typeface="Calibri Light" panose="020F0302020204030204" pitchFamily="34" charset="0"/>
              </a:rPr>
              <a:t>. Gravida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leo</a:t>
            </a:r>
            <a:r>
              <a:rPr lang="en-US" dirty="0">
                <a:effectLst/>
                <a:latin typeface="Calibri Light" panose="020F0302020204030204" pitchFamily="34" charset="0"/>
              </a:rPr>
              <a:t> ac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sapien</a:t>
            </a:r>
            <a:r>
              <a:rPr lang="en-US" dirty="0">
                <a:effectLst/>
                <a:latin typeface="Calibri Light" panose="020F0302020204030204" pitchFamily="34" charset="0"/>
              </a:rPr>
              <a:t> convallis, </a:t>
            </a:r>
            <a:r>
              <a:rPr lang="en-US" dirty="0" err="1">
                <a:effectLst/>
                <a:latin typeface="Calibri Light" panose="020F0302020204030204" pitchFamily="34" charset="0"/>
              </a:rPr>
              <a:t>sodales</a:t>
            </a:r>
            <a:r>
              <a:rPr lang="en-US" dirty="0">
                <a:effectLst/>
                <a:latin typeface="Calibri Light" panose="020F0302020204030204" pitchFamily="34" charset="0"/>
              </a:rPr>
              <a:t> eros.</a:t>
            </a:r>
          </a:p>
        </p:txBody>
      </p:sp>
    </p:spTree>
    <p:extLst>
      <p:ext uri="{BB962C8B-B14F-4D97-AF65-F5344CB8AC3E}">
        <p14:creationId xmlns:p14="http://schemas.microsoft.com/office/powerpoint/2010/main" val="3703020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opp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68484C-AC53-310A-3E63-11563691D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292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Illuminating (Dark)">
    <p:bg>
      <p:bgPr>
        <a:solidFill>
          <a:srgbClr val="FEC5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FF3D13-25FB-D093-39D3-F46A232C01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rcRect/>
          <a:stretch/>
        </p:blipFill>
        <p:spPr>
          <a:xfrm>
            <a:off x="0" y="0"/>
            <a:ext cx="3215260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439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alo Ver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CE173C3A-5C98-54E9-53FC-C33B2FF433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399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Sky">
    <p:bg>
      <p:bgPr>
        <a:solidFill>
          <a:srgbClr val="4298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A87BB1C2-25D1-C630-D541-D13D26A4F6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797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Plum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9B1620-33A2-EB92-1A78-56D0FCB9B5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3215260" cy="5715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63132" y="3967701"/>
            <a:ext cx="5960019" cy="962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subheading (optional)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1955799"/>
            <a:ext cx="7479792" cy="1844899"/>
          </a:xfrm>
        </p:spPr>
        <p:txBody>
          <a:bodyPr anchor="t" anchorCtr="0"/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 header</a:t>
            </a:r>
            <a:br>
              <a:rPr lang="en-US" dirty="0"/>
            </a:br>
            <a:r>
              <a:rPr lang="en-US" dirty="0"/>
              <a:t>title goes here, this is about main subject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150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Thank You">
    <p:bg>
      <p:bgPr>
        <a:solidFill>
          <a:srgbClr val="5356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5630BED-1E98-0CEF-3896-D0DA0B0CA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3215261" cy="5715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77CE274-8713-884F-B04F-B6B90AF4196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ACF870-2F5D-892A-9CA1-99944B31E66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3132" y="3298709"/>
            <a:ext cx="7479792" cy="1844899"/>
          </a:xfrm>
        </p:spPr>
        <p:txBody>
          <a:bodyPr anchor="b" anchorCtr="0"/>
          <a:lstStyle>
            <a:lvl1pPr algn="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8C632-C05E-CB25-DBC6-9EB32E63793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3316" y="5389834"/>
            <a:ext cx="1426464" cy="17181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D58C70-A025-2C98-C9D6-91718259CCE9}"/>
              </a:ext>
            </a:extLst>
          </p:cNvPr>
          <p:cNvCxnSpPr>
            <a:cxnSpLocks/>
          </p:cNvCxnSpPr>
          <p:nvPr userDrawn="1"/>
        </p:nvCxnSpPr>
        <p:spPr>
          <a:xfrm>
            <a:off x="320040" y="5296959"/>
            <a:ext cx="850392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5248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79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766560" y="5296959"/>
            <a:ext cx="2057400" cy="304271"/>
          </a:xfrm>
          <a:prstGeom prst="rect">
            <a:avLst/>
          </a:prstGeom>
        </p:spPr>
        <p:txBody>
          <a:bodyPr/>
          <a:lstStyle/>
          <a:p>
            <a:fld id="{177CE274-8713-884F-B04F-B6B90AF41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7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040" y="304271"/>
            <a:ext cx="8503920" cy="914929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040" y="1333500"/>
            <a:ext cx="8503920" cy="38139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CE70F7C-38F5-0C67-B546-CD48700BBC8B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231581" y="5309034"/>
            <a:ext cx="1600200" cy="34089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C7CA68-7FB4-321D-C8E0-C926B3A1C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66560" y="5286377"/>
            <a:ext cx="20574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0B846F7A-F379-7344-96C1-F93ECF6653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74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2" r:id="rId3"/>
    <p:sldLayoutId id="2147483671" r:id="rId4"/>
    <p:sldLayoutId id="2147483673" r:id="rId5"/>
    <p:sldLayoutId id="2147483662" r:id="rId6"/>
    <p:sldLayoutId id="2147483674" r:id="rId7"/>
    <p:sldLayoutId id="2147483675" r:id="rId8"/>
    <p:sldLayoutId id="2147483664" r:id="rId9"/>
    <p:sldLayoutId id="2147483684" r:id="rId10"/>
    <p:sldLayoutId id="2147483676" r:id="rId11"/>
    <p:sldLayoutId id="2147483677" r:id="rId12"/>
    <p:sldLayoutId id="2147483678" r:id="rId13"/>
    <p:sldLayoutId id="2147483663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66" r:id="rId20"/>
    <p:sldLayoutId id="2147483667" r:id="rId2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3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21/ja01847a027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Relationship Id="rId5" Type="http://schemas.openxmlformats.org/officeDocument/2006/relationships/hyperlink" Target="https://doi.org/10.1021/je00027a005" TargetMode="External"/><Relationship Id="rId4" Type="http://schemas.openxmlformats.org/officeDocument/2006/relationships/hyperlink" Target="https://doi.org/10.1021/je60080a007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6C4DE-CB36-9D89-68BF-FF70681B68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CO</a:t>
            </a:r>
            <a:r>
              <a:rPr lang="en-US" sz="3600" baseline="-25000" dirty="0"/>
              <a:t>2</a:t>
            </a:r>
            <a:r>
              <a:rPr lang="en-US" sz="3600" dirty="0"/>
              <a:t> Solubility and Density Calculations</a:t>
            </a:r>
            <a:br>
              <a:rPr lang="en-US" sz="2800" dirty="0"/>
            </a:br>
            <a:r>
              <a:rPr lang="en-US" sz="4400" dirty="0"/>
              <a:t>User Manual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DE9DDB-3BC3-44C9-C321-84521D3B3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89417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960BFA-6267-AA87-A66F-23DEB4474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779A5-7C1A-094D-56FC-9D19E1494C17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Press ‘Run all’ and review the generated results and plots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F18888-700B-198E-1BEB-01C5BDC6C075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Review the User Inputs and Experimental Data sections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88A07A0-CC25-1790-FC71-0F4B40AA59E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Open the notebook file (.</a:t>
            </a:r>
            <a:r>
              <a:rPr lang="en-US" dirty="0" err="1"/>
              <a:t>ipynb</a:t>
            </a:r>
            <a:r>
              <a:rPr lang="en-US" dirty="0"/>
              <a:t>) in preferred Python environment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4BBC8A-239D-5CE7-D092-0EAC759A5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0B6C-CA73-B044-A89C-37F5E5CDE01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03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33ED-51C3-D567-7A37-40956085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Notebook Overview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BA35C-831B-EC88-6E22-C9C4AB70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40B6C-CA73-B044-A89C-37F5E5CDE01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DAE67-4D3F-D39F-0B52-2963C67A1D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TH" dirty="0"/>
              <a:t>The Python notebook contains:</a:t>
            </a:r>
          </a:p>
          <a:p>
            <a:r>
              <a:rPr lang="en-TH" dirty="0"/>
              <a:t>User Inputs</a:t>
            </a:r>
          </a:p>
          <a:p>
            <a:r>
              <a:rPr lang="en-TH" dirty="0"/>
              <a:t>Experimental Data</a:t>
            </a:r>
          </a:p>
          <a:p>
            <a:r>
              <a:rPr lang="en-TH" dirty="0"/>
              <a:t>Model Parameters</a:t>
            </a:r>
          </a:p>
          <a:p>
            <a:r>
              <a:rPr lang="en-TH" dirty="0"/>
              <a:t>Helper Functions</a:t>
            </a:r>
          </a:p>
          <a:p>
            <a:r>
              <a:rPr lang="en-TH" dirty="0"/>
              <a:t>Main Code</a:t>
            </a:r>
          </a:p>
          <a:p>
            <a:r>
              <a:rPr lang="en-TH" dirty="0"/>
              <a:t>Results and Plots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ACEA89-25D7-844F-D7BF-A04BBA94D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47" y="509520"/>
            <a:ext cx="4778099" cy="4638552"/>
          </a:xfrm>
          <a:prstGeom prst="rect">
            <a:avLst/>
          </a:prstGeom>
        </p:spPr>
      </p:pic>
      <p:sp>
        <p:nvSpPr>
          <p:cNvPr id="12" name="Right Brace 11">
            <a:extLst>
              <a:ext uri="{FF2B5EF4-FFF2-40B4-BE49-F238E27FC236}">
                <a16:creationId xmlns:a16="http://schemas.microsoft.com/office/drawing/2014/main" id="{52CEF188-5FC9-7365-524C-6EB94276C359}"/>
              </a:ext>
            </a:extLst>
          </p:cNvPr>
          <p:cNvSpPr/>
          <p:nvPr/>
        </p:nvSpPr>
        <p:spPr>
          <a:xfrm>
            <a:off x="2703444" y="2683565"/>
            <a:ext cx="178904" cy="1480931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C14890-46A9-E1D0-6F76-78BF625627AA}"/>
              </a:ext>
            </a:extLst>
          </p:cNvPr>
          <p:cNvSpPr txBox="1"/>
          <p:nvPr/>
        </p:nvSpPr>
        <p:spPr>
          <a:xfrm>
            <a:off x="2912165" y="3253770"/>
            <a:ext cx="1584000" cy="34051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No need to change</a:t>
            </a:r>
            <a:endParaRPr lang="en-TH" sz="1400" i="1" dirty="0"/>
          </a:p>
        </p:txBody>
      </p:sp>
    </p:spTree>
    <p:extLst>
      <p:ext uri="{BB962C8B-B14F-4D97-AF65-F5344CB8AC3E}">
        <p14:creationId xmlns:p14="http://schemas.microsoft.com/office/powerpoint/2010/main" val="47674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FE6373C-042B-D2CF-0F88-506C5AC89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59" y="1209365"/>
            <a:ext cx="5214439" cy="37836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F9E76C-E515-F0E0-1C6D-CA4BA1B44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User Inputs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4F1E9C-2D2A-FF8E-59D7-66D5BF5E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E274-8713-884F-B04F-B6B90AF4196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42FC6A-1171-10B1-B1D9-BF8152186FD1}"/>
              </a:ext>
            </a:extLst>
          </p:cNvPr>
          <p:cNvSpPr txBox="1"/>
          <p:nvPr/>
        </p:nvSpPr>
        <p:spPr>
          <a:xfrm>
            <a:off x="4737984" y="1074160"/>
            <a:ext cx="2314476" cy="81724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TH" sz="1400" b="1" dirty="0"/>
              <a:t>Thermodynamic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sz="1400" dirty="0">
                <a:solidFill>
                  <a:schemeClr val="tx2"/>
                </a:solidFill>
              </a:rPr>
              <a:t>Temperature (K)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sz="1400" dirty="0">
                <a:solidFill>
                  <a:schemeClr val="tx2"/>
                </a:solidFill>
              </a:rPr>
              <a:t>Pressure (Pa)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FB21D4F-FD61-F27F-B14A-B9F6F3489612}"/>
              </a:ext>
            </a:extLst>
          </p:cNvPr>
          <p:cNvSpPr/>
          <p:nvPr/>
        </p:nvSpPr>
        <p:spPr>
          <a:xfrm>
            <a:off x="4510378" y="1256272"/>
            <a:ext cx="139148" cy="453023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D4554908-5613-39F0-EFEF-2368FCA6B0A2}"/>
              </a:ext>
            </a:extLst>
          </p:cNvPr>
          <p:cNvSpPr/>
          <p:nvPr/>
        </p:nvSpPr>
        <p:spPr>
          <a:xfrm>
            <a:off x="4510378" y="2293481"/>
            <a:ext cx="139148" cy="180000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0E04AC-EB07-9909-8361-E5AB81E03321}"/>
              </a:ext>
            </a:extLst>
          </p:cNvPr>
          <p:cNvSpPr txBox="1"/>
          <p:nvPr/>
        </p:nvSpPr>
        <p:spPr>
          <a:xfrm>
            <a:off x="4737984" y="2665677"/>
            <a:ext cx="4057152" cy="10556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TH" sz="1400" b="1" dirty="0"/>
              <a:t>Array of ion concentrations (mol ion/kg brine)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</a:t>
            </a:r>
            <a:r>
              <a:rPr lang="en-TH" sz="1400" dirty="0">
                <a:solidFill>
                  <a:schemeClr val="tx2"/>
                </a:solidFill>
              </a:rPr>
              <a:t>rdered as Na, K, Mg, Ca, Cl, SO</a:t>
            </a:r>
            <a:r>
              <a:rPr lang="en-TH" sz="1400" baseline="-25000" dirty="0">
                <a:solidFill>
                  <a:schemeClr val="tx2"/>
                </a:solidFill>
              </a:rPr>
              <a:t>4</a:t>
            </a:r>
            <a:r>
              <a:rPr lang="en-TH" sz="1400" dirty="0">
                <a:solidFill>
                  <a:schemeClr val="tx2"/>
                </a:solidFill>
              </a:rPr>
              <a:t>, and NO</a:t>
            </a:r>
            <a:r>
              <a:rPr lang="en-TH" sz="1400" baseline="-25000" dirty="0">
                <a:solidFill>
                  <a:schemeClr val="tx2"/>
                </a:solidFill>
              </a:rPr>
              <a:t>3</a:t>
            </a:r>
            <a:endParaRPr lang="en-TH" sz="1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TH" sz="1400" dirty="0">
                <a:solidFill>
                  <a:schemeClr val="tx2"/>
                </a:solidFill>
              </a:rPr>
              <a:t>The example shown uses varying NaCl concentrations in the brine.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36370F-6FAD-DCCC-8A96-9870553C0A57}"/>
              </a:ext>
            </a:extLst>
          </p:cNvPr>
          <p:cNvSpPr txBox="1"/>
          <p:nvPr/>
        </p:nvSpPr>
        <p:spPr>
          <a:xfrm>
            <a:off x="5796362" y="4414131"/>
            <a:ext cx="2880000" cy="578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This description will appear in the plot and may be modified if needed.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B7A51992-D3E5-550F-0DA4-1B86452322D0}"/>
              </a:ext>
            </a:extLst>
          </p:cNvPr>
          <p:cNvSpPr/>
          <p:nvPr/>
        </p:nvSpPr>
        <p:spPr>
          <a:xfrm>
            <a:off x="5549456" y="4539990"/>
            <a:ext cx="139148" cy="453023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5409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5F81-CB1D-7485-9C93-B03C2217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Experimental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DE6CEB-1795-5755-0E8F-28B98DFD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E274-8713-884F-B04F-B6B90AF41963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26C0CC-092F-5183-30F3-53A306A7D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9200"/>
            <a:ext cx="7772400" cy="2942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062F8A-6524-45F3-5AFD-810EEDC1B68F}"/>
              </a:ext>
            </a:extLst>
          </p:cNvPr>
          <p:cNvSpPr txBox="1"/>
          <p:nvPr/>
        </p:nvSpPr>
        <p:spPr>
          <a:xfrm>
            <a:off x="320040" y="4465962"/>
            <a:ext cx="6736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H" sz="1200" b="1" dirty="0">
                <a:solidFill>
                  <a:schemeClr val="tx2"/>
                </a:solidFill>
              </a:rPr>
              <a:t>Reference:</a:t>
            </a:r>
          </a:p>
          <a:p>
            <a:r>
              <a:rPr lang="en-TH" sz="1200" dirty="0">
                <a:solidFill>
                  <a:schemeClr val="tx2"/>
                </a:solidFill>
              </a:rPr>
              <a:t>Markham and Kobe (1941): </a:t>
            </a:r>
            <a:r>
              <a:rPr lang="en-TH" sz="1200" dirty="0">
                <a:hlinkClick r:id="rId3"/>
              </a:rPr>
              <a:t>The Solubility of Carbon Dioxide and Nitrous Oxide in Aqueous Salt Solutions</a:t>
            </a:r>
            <a:endParaRPr lang="en-TH" sz="1200" dirty="0"/>
          </a:p>
          <a:p>
            <a:r>
              <a:rPr lang="en-TH" sz="1200" dirty="0">
                <a:solidFill>
                  <a:schemeClr val="tx2"/>
                </a:solidFill>
              </a:rPr>
              <a:t>Yasunishi and Yoshida (1979): </a:t>
            </a:r>
            <a:r>
              <a:rPr lang="en-TH" sz="1200" dirty="0">
                <a:hlinkClick r:id="rId4"/>
              </a:rPr>
              <a:t>Solubility of carbon dioxide in aqueous electrolyte solutions</a:t>
            </a:r>
            <a:endParaRPr lang="en-TH" sz="1200" dirty="0"/>
          </a:p>
          <a:p>
            <a:r>
              <a:rPr lang="en-TH" sz="1200" dirty="0">
                <a:solidFill>
                  <a:schemeClr val="tx2"/>
                </a:solidFill>
              </a:rPr>
              <a:t>Moore et al. (1982): </a:t>
            </a:r>
            <a:r>
              <a:rPr lang="en-TH" sz="1200" dirty="0">
                <a:hlinkClick r:id="rId5"/>
              </a:rPr>
              <a:t>Partial molar volumes of gases at infinite dilution in water at 298.15 K</a:t>
            </a:r>
            <a:endParaRPr lang="en-TH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9D8811-04C4-54B3-5301-358F2AA121AF}"/>
              </a:ext>
            </a:extLst>
          </p:cNvPr>
          <p:cNvSpPr txBox="1"/>
          <p:nvPr/>
        </p:nvSpPr>
        <p:spPr>
          <a:xfrm>
            <a:off x="4106709" y="550043"/>
            <a:ext cx="4083134" cy="578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These data are displayed in the plots for comparison with the model results. Modification is optional.</a:t>
            </a:r>
          </a:p>
        </p:txBody>
      </p:sp>
    </p:spTree>
    <p:extLst>
      <p:ext uri="{BB962C8B-B14F-4D97-AF65-F5344CB8AC3E}">
        <p14:creationId xmlns:p14="http://schemas.microsoft.com/office/powerpoint/2010/main" val="3748639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0AE0-624B-4037-1FCF-E21525A92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Sections That Do Not Require Modification</a:t>
            </a:r>
            <a:endParaRPr lang="en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0300B-BEC9-A6FF-D2AE-17E62871C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E274-8713-884F-B04F-B6B90AF41963}" type="slidenum">
              <a:rPr lang="en-US" smtClean="0"/>
              <a:t>6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0D871-391C-1668-18D9-7B563DD555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TH" b="1" dirty="0">
                <a:solidFill>
                  <a:schemeClr val="tx1"/>
                </a:solidFill>
              </a:rPr>
              <a:t>Model Parameters</a:t>
            </a:r>
            <a:r>
              <a:rPr lang="en-TH" dirty="0"/>
              <a:t>: defines constants and correlations used throughout the calculations.</a:t>
            </a:r>
          </a:p>
          <a:p>
            <a:r>
              <a:rPr lang="en-TH" b="1" dirty="0">
                <a:solidFill>
                  <a:schemeClr val="tx1"/>
                </a:solidFill>
              </a:rPr>
              <a:t>Helper Functions</a:t>
            </a:r>
            <a:r>
              <a:rPr lang="en-TH" dirty="0"/>
              <a:t>: </a:t>
            </a:r>
            <a:r>
              <a:rPr lang="en-US" dirty="0"/>
              <a:t>contains supporting functions used for thermodynamic and property calculations.</a:t>
            </a:r>
            <a:endParaRPr lang="en-TH" dirty="0"/>
          </a:p>
          <a:p>
            <a:pPr lvl="1"/>
            <a:r>
              <a:rPr lang="en-TH" dirty="0"/>
              <a:t>Flash and EOS</a:t>
            </a:r>
          </a:p>
          <a:p>
            <a:pPr lvl="1"/>
            <a:r>
              <a:rPr lang="en-TH" dirty="0"/>
              <a:t>Solubility Calculation</a:t>
            </a:r>
          </a:p>
          <a:p>
            <a:pPr lvl="1"/>
            <a:r>
              <a:rPr lang="en-TH" dirty="0"/>
              <a:t>Density Calculations</a:t>
            </a:r>
          </a:p>
          <a:p>
            <a:r>
              <a:rPr lang="en-TH" b="1" dirty="0">
                <a:solidFill>
                  <a:schemeClr val="tx1"/>
                </a:solidFill>
              </a:rPr>
              <a:t>Main Code</a:t>
            </a:r>
            <a:r>
              <a:rPr lang="en-TH" dirty="0"/>
              <a:t>: </a:t>
            </a:r>
            <a:r>
              <a:rPr lang="en-US" dirty="0"/>
              <a:t>executes the workflow and connects all calculation steps.</a:t>
            </a:r>
            <a:endParaRPr lang="en-TH" dirty="0"/>
          </a:p>
          <a:p>
            <a:r>
              <a:rPr lang="en-TH" b="1" dirty="0">
                <a:solidFill>
                  <a:schemeClr val="tx1"/>
                </a:solidFill>
              </a:rPr>
              <a:t>Results and Plots</a:t>
            </a:r>
            <a:r>
              <a:rPr lang="en-TH" dirty="0"/>
              <a:t>: generates numerical outputs and visualization plots for analysis.</a:t>
            </a:r>
          </a:p>
          <a:p>
            <a:pPr marL="0" indent="0">
              <a:buNone/>
            </a:pPr>
            <a:r>
              <a:rPr lang="en-US" sz="1400" i="1" dirty="0"/>
              <a:t>These sections are preconfigured for standard use and typically do not require user modification.</a:t>
            </a:r>
          </a:p>
        </p:txBody>
      </p:sp>
    </p:spTree>
    <p:extLst>
      <p:ext uri="{BB962C8B-B14F-4D97-AF65-F5344CB8AC3E}">
        <p14:creationId xmlns:p14="http://schemas.microsoft.com/office/powerpoint/2010/main" val="1628532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45D8B-9949-2FFE-FE94-765AF930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E8BCF-739D-1F1B-8875-7D2E14362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TH" dirty="0"/>
              <a:t>Note on the Correction Factor for CO</a:t>
            </a:r>
            <a:r>
              <a:rPr lang="en-TH" baseline="-25000" dirty="0"/>
              <a:t>2</a:t>
            </a:r>
            <a:r>
              <a:rPr lang="en-TH" dirty="0"/>
              <a:t> Solubility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5BAF70-F325-3BD6-A48D-CBB40001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E274-8713-884F-B04F-B6B90AF41963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801A8F0-F09C-C88E-64DE-5D82E70411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9806432"/>
              </p:ext>
            </p:extLst>
          </p:nvPr>
        </p:nvGraphicFramePr>
        <p:xfrm>
          <a:off x="2794" y="1530929"/>
          <a:ext cx="37800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69E260-C4B9-2100-58BA-409553534459}"/>
              </a:ext>
            </a:extLst>
          </p:cNvPr>
          <p:cNvSpPr txBox="1"/>
          <p:nvPr/>
        </p:nvSpPr>
        <p:spPr>
          <a:xfrm>
            <a:off x="3602794" y="1219200"/>
            <a:ext cx="5369832" cy="81724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The correction factor is implemented in the following helper functions: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</a:rPr>
              <a:t>def calc_CO2_solubility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chemeClr val="tx2"/>
                </a:solidFill>
              </a:rPr>
              <a:t>def calc_solution_density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B11215-9A33-DBCC-B890-7024CE224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831" y="2111917"/>
            <a:ext cx="5571890" cy="2481598"/>
          </a:xfrm>
          <a:prstGeom prst="rect">
            <a:avLst/>
          </a:prstGeom>
        </p:spPr>
      </p:pic>
      <p:sp>
        <p:nvSpPr>
          <p:cNvPr id="11" name="Left Arrow 10">
            <a:extLst>
              <a:ext uri="{FF2B5EF4-FFF2-40B4-BE49-F238E27FC236}">
                <a16:creationId xmlns:a16="http://schemas.microsoft.com/office/drawing/2014/main" id="{EF9095C4-C0E6-73FA-B498-8D2D181DB74A}"/>
              </a:ext>
            </a:extLst>
          </p:cNvPr>
          <p:cNvSpPr/>
          <p:nvPr/>
        </p:nvSpPr>
        <p:spPr>
          <a:xfrm>
            <a:off x="5960090" y="2571014"/>
            <a:ext cx="180000" cy="108000"/>
          </a:xfrm>
          <a:prstGeom prst="lef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2275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tanford University">
      <a:dk1>
        <a:srgbClr val="8C1515"/>
      </a:dk1>
      <a:lt1>
        <a:srgbClr val="FFFFFF"/>
      </a:lt1>
      <a:dk2>
        <a:srgbClr val="2E2C28"/>
      </a:dk2>
      <a:lt2>
        <a:srgbClr val="E7E6E6"/>
      </a:lt2>
      <a:accent1>
        <a:srgbClr val="4198B5"/>
      </a:accent1>
      <a:accent2>
        <a:srgbClr val="FEC51D"/>
      </a:accent2>
      <a:accent3>
        <a:srgbClr val="610059"/>
      </a:accent3>
      <a:accent4>
        <a:srgbClr val="279989"/>
      </a:accent4>
      <a:accent5>
        <a:srgbClr val="E98300"/>
      </a:accent5>
      <a:accent6>
        <a:srgbClr val="175E54"/>
      </a:accent6>
      <a:hlink>
        <a:srgbClr val="007C92"/>
      </a:hlink>
      <a:folHlink>
        <a:srgbClr val="969696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58F30F8-8D40-CE40-B157-CA580628C529}" vid="{62C91F01-9917-804D-A212-7981FAFB03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Metadata/LabelInfo.xml><?xml version="1.0" encoding="utf-8"?>
<clbl:labelList xmlns:clbl="http://schemas.microsoft.com/office/2020/mipLabelMetadata">
  <clbl:label id="{c03b7ea5-365c-4a0f-b767-955babc64911}" enabled="0" method="" siteId="{c03b7ea5-365c-4a0f-b767-955babc6491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8826</TotalTime>
  <Words>349</Words>
  <Application>Microsoft Macintosh PowerPoint</Application>
  <PresentationFormat>On-screen Show (16:10)</PresentationFormat>
  <Paragraphs>54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Georgia</vt:lpstr>
      <vt:lpstr>Office Theme</vt:lpstr>
      <vt:lpstr>CO2 Solubility and Density Calculations User Manual</vt:lpstr>
      <vt:lpstr>Instructions</vt:lpstr>
      <vt:lpstr>Notebook Overview</vt:lpstr>
      <vt:lpstr>User Inputs</vt:lpstr>
      <vt:lpstr>Experimental Data</vt:lpstr>
      <vt:lpstr>Sections That Do Not Require Modification</vt:lpstr>
      <vt:lpstr>Note on the Correction Factor for CO2 Solubility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Warisa Nuntaprayoon</dc:creator>
  <cp:lastModifiedBy>Warisa Nuntaprayoon</cp:lastModifiedBy>
  <cp:revision>1</cp:revision>
  <dcterms:created xsi:type="dcterms:W3CDTF">2026-03-19T02:34:08Z</dcterms:created>
  <dcterms:modified xsi:type="dcterms:W3CDTF">2026-05-29T18:15:24Z</dcterms:modified>
</cp:coreProperties>
</file>